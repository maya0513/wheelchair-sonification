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3"/>
  </p:notesMasterIdLst>
  <p:sldIdLst>
    <p:sldId id="256" r:id="rId2"/>
    <p:sldId id="259" r:id="rId3"/>
    <p:sldId id="265" r:id="rId4"/>
    <p:sldId id="272" r:id="rId5"/>
    <p:sldId id="260" r:id="rId6"/>
    <p:sldId id="264" r:id="rId7"/>
    <p:sldId id="271" r:id="rId8"/>
    <p:sldId id="261" r:id="rId9"/>
    <p:sldId id="267" r:id="rId10"/>
    <p:sldId id="266" r:id="rId11"/>
    <p:sldId id="263"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FF9D46-BD10-42AC-B08C-1C660B765DC1}" v="298" dt="2025-09-07T23:09:17.673"/>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2063" autoAdjust="0"/>
  </p:normalViewPr>
  <p:slideViewPr>
    <p:cSldViewPr snapToGrid="0">
      <p:cViewPr varScale="1">
        <p:scale>
          <a:sx n="45" d="100"/>
          <a:sy n="45" d="100"/>
        </p:scale>
        <p:origin x="14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颯太 上山" userId="66c6ba4e2021477f" providerId="LiveId" clId="{CEFF9D46-BD10-42AC-B08C-1C660B765DC1}"/>
    <pc:docChg chg="undo redo custSel addSld delSld modSld sldOrd">
      <pc:chgData name="颯太 上山" userId="66c6ba4e2021477f" providerId="LiveId" clId="{CEFF9D46-BD10-42AC-B08C-1C660B765DC1}" dt="2025-08-08T11:49:02.334" v="3621" actId="20577"/>
      <pc:docMkLst>
        <pc:docMk/>
      </pc:docMkLst>
      <pc:sldChg chg="addSp delSp modSp mod setBg">
        <pc:chgData name="颯太 上山" userId="66c6ba4e2021477f" providerId="LiveId" clId="{CEFF9D46-BD10-42AC-B08C-1C660B765DC1}" dt="2025-08-08T11:01:59.473" v="3024" actId="26606"/>
        <pc:sldMkLst>
          <pc:docMk/>
          <pc:sldMk cId="889824953" sldId="256"/>
        </pc:sldMkLst>
        <pc:spChg chg="mod">
          <ac:chgData name="颯太 上山" userId="66c6ba4e2021477f" providerId="LiveId" clId="{CEFF9D46-BD10-42AC-B08C-1C660B765DC1}" dt="2025-08-08T11:01:59.473" v="3024" actId="26606"/>
          <ac:spMkLst>
            <pc:docMk/>
            <pc:sldMk cId="889824953" sldId="256"/>
            <ac:spMk id="2" creationId="{FDDA7ED6-921D-D12B-98F5-E059A9067E10}"/>
          </ac:spMkLst>
        </pc:spChg>
        <pc:spChg chg="mod">
          <ac:chgData name="颯太 上山" userId="66c6ba4e2021477f" providerId="LiveId" clId="{CEFF9D46-BD10-42AC-B08C-1C660B765DC1}" dt="2025-08-08T11:01:59.473" v="3024" actId="26606"/>
          <ac:spMkLst>
            <pc:docMk/>
            <pc:sldMk cId="889824953" sldId="256"/>
            <ac:spMk id="3" creationId="{66DE70D5-C1B2-F503-42CB-6A7F6C90FD1D}"/>
          </ac:spMkLst>
        </pc:spChg>
      </pc:sldChg>
      <pc:sldChg chg="modSp new del mod">
        <pc:chgData name="颯太 上山" userId="66c6ba4e2021477f" providerId="LiveId" clId="{CEFF9D46-BD10-42AC-B08C-1C660B765DC1}" dt="2025-08-07T17:45:03.582" v="959" actId="2696"/>
        <pc:sldMkLst>
          <pc:docMk/>
          <pc:sldMk cId="3761939303" sldId="257"/>
        </pc:sldMkLst>
      </pc:sldChg>
      <pc:sldChg chg="modSp new del mod">
        <pc:chgData name="颯太 上山" userId="66c6ba4e2021477f" providerId="LiveId" clId="{CEFF9D46-BD10-42AC-B08C-1C660B765DC1}" dt="2025-08-07T17:17:57.307" v="346" actId="2696"/>
        <pc:sldMkLst>
          <pc:docMk/>
          <pc:sldMk cId="1812627118" sldId="258"/>
        </pc:sldMkLst>
      </pc:sldChg>
      <pc:sldChg chg="addSp delSp modSp new mod setBg">
        <pc:chgData name="颯太 上山" userId="66c6ba4e2021477f" providerId="LiveId" clId="{CEFF9D46-BD10-42AC-B08C-1C660B765DC1}" dt="2025-08-08T11:01:45.190" v="3022" actId="26606"/>
        <pc:sldMkLst>
          <pc:docMk/>
          <pc:sldMk cId="2261989723" sldId="259"/>
        </pc:sldMkLst>
        <pc:spChg chg="mod">
          <ac:chgData name="颯太 上山" userId="66c6ba4e2021477f" providerId="LiveId" clId="{CEFF9D46-BD10-42AC-B08C-1C660B765DC1}" dt="2025-08-08T11:01:45.190" v="3022" actId="26606"/>
          <ac:spMkLst>
            <pc:docMk/>
            <pc:sldMk cId="2261989723" sldId="259"/>
            <ac:spMk id="2" creationId="{3854E2CA-7760-5D00-A554-FA37DF939E59}"/>
          </ac:spMkLst>
        </pc:spChg>
        <pc:spChg chg="mod">
          <ac:chgData name="颯太 上山" userId="66c6ba4e2021477f" providerId="LiveId" clId="{CEFF9D46-BD10-42AC-B08C-1C660B765DC1}" dt="2025-08-08T11:01:45.190" v="3022" actId="26606"/>
          <ac:spMkLst>
            <pc:docMk/>
            <pc:sldMk cId="2261989723" sldId="259"/>
            <ac:spMk id="3" creationId="{73B88B91-DCBD-0F70-4AD5-A29BEF9F2ACB}"/>
          </ac:spMkLst>
        </pc:spChg>
        <pc:spChg chg="add">
          <ac:chgData name="颯太 上山" userId="66c6ba4e2021477f" providerId="LiveId" clId="{CEFF9D46-BD10-42AC-B08C-1C660B765DC1}" dt="2025-08-08T11:01:45.190" v="3022" actId="26606"/>
          <ac:spMkLst>
            <pc:docMk/>
            <pc:sldMk cId="2261989723" sldId="259"/>
            <ac:spMk id="18" creationId="{70DFC902-7D23-471A-B557-B6B6917D7A0D}"/>
          </ac:spMkLst>
        </pc:spChg>
        <pc:spChg chg="add">
          <ac:chgData name="颯太 上山" userId="66c6ba4e2021477f" providerId="LiveId" clId="{CEFF9D46-BD10-42AC-B08C-1C660B765DC1}" dt="2025-08-08T11:01:45.190" v="3022" actId="26606"/>
          <ac:spMkLst>
            <pc:docMk/>
            <pc:sldMk cId="2261989723" sldId="259"/>
            <ac:spMk id="19" creationId="{A55D5633-D557-4DCA-982C-FF36EB7A1C00}"/>
          </ac:spMkLst>
        </pc:spChg>
        <pc:spChg chg="add">
          <ac:chgData name="颯太 上山" userId="66c6ba4e2021477f" providerId="LiveId" clId="{CEFF9D46-BD10-42AC-B08C-1C660B765DC1}" dt="2025-08-08T11:01:45.190" v="3022" actId="26606"/>
          <ac:spMkLst>
            <pc:docMk/>
            <pc:sldMk cId="2261989723" sldId="259"/>
            <ac:spMk id="20" creationId="{450D3AD2-FA80-415F-A9CE-54D884561CD7}"/>
          </ac:spMkLst>
        </pc:spChg>
      </pc:sldChg>
      <pc:sldChg chg="addSp modSp new mod setBg">
        <pc:chgData name="颯太 上山" userId="66c6ba4e2021477f" providerId="LiveId" clId="{CEFF9D46-BD10-42AC-B08C-1C660B765DC1}" dt="2025-08-08T11:49:02.334" v="3621" actId="20577"/>
        <pc:sldMkLst>
          <pc:docMk/>
          <pc:sldMk cId="2061856262" sldId="260"/>
        </pc:sldMkLst>
        <pc:spChg chg="mod">
          <ac:chgData name="颯太 上山" userId="66c6ba4e2021477f" providerId="LiveId" clId="{CEFF9D46-BD10-42AC-B08C-1C660B765DC1}" dt="2025-08-08T11:02:30.845" v="3028" actId="26606"/>
          <ac:spMkLst>
            <pc:docMk/>
            <pc:sldMk cId="2061856262" sldId="260"/>
            <ac:spMk id="2" creationId="{7E74ACF4-001B-B18C-F319-0F13E3623510}"/>
          </ac:spMkLst>
        </pc:spChg>
        <pc:spChg chg="mod">
          <ac:chgData name="颯太 上山" userId="66c6ba4e2021477f" providerId="LiveId" clId="{CEFF9D46-BD10-42AC-B08C-1C660B765DC1}" dt="2025-08-08T11:49:02.334" v="3621" actId="20577"/>
          <ac:spMkLst>
            <pc:docMk/>
            <pc:sldMk cId="2061856262" sldId="260"/>
            <ac:spMk id="3" creationId="{AB5456D4-28AC-C667-7AF9-BB99BE731963}"/>
          </ac:spMkLst>
        </pc:spChg>
        <pc:spChg chg="add">
          <ac:chgData name="颯太 上山" userId="66c6ba4e2021477f" providerId="LiveId" clId="{CEFF9D46-BD10-42AC-B08C-1C660B765DC1}" dt="2025-08-08T11:02:30.845" v="3028" actId="26606"/>
          <ac:spMkLst>
            <pc:docMk/>
            <pc:sldMk cId="2061856262" sldId="260"/>
            <ac:spMk id="8" creationId="{70DFC902-7D23-471A-B557-B6B6917D7A0D}"/>
          </ac:spMkLst>
        </pc:spChg>
        <pc:spChg chg="add">
          <ac:chgData name="颯太 上山" userId="66c6ba4e2021477f" providerId="LiveId" clId="{CEFF9D46-BD10-42AC-B08C-1C660B765DC1}" dt="2025-08-08T11:02:30.845" v="3028" actId="26606"/>
          <ac:spMkLst>
            <pc:docMk/>
            <pc:sldMk cId="2061856262" sldId="260"/>
            <ac:spMk id="10" creationId="{A55D5633-D557-4DCA-982C-FF36EB7A1C00}"/>
          </ac:spMkLst>
        </pc:spChg>
        <pc:spChg chg="add">
          <ac:chgData name="颯太 上山" userId="66c6ba4e2021477f" providerId="LiveId" clId="{CEFF9D46-BD10-42AC-B08C-1C660B765DC1}" dt="2025-08-08T11:02:30.845" v="3028" actId="26606"/>
          <ac:spMkLst>
            <pc:docMk/>
            <pc:sldMk cId="2061856262" sldId="260"/>
            <ac:spMk id="12" creationId="{450D3AD2-FA80-415F-A9CE-54D884561CD7}"/>
          </ac:spMkLst>
        </pc:spChg>
      </pc:sldChg>
      <pc:sldChg chg="addSp delSp modSp new mod ord setBg">
        <pc:chgData name="颯太 上山" userId="66c6ba4e2021477f" providerId="LiveId" clId="{CEFF9D46-BD10-42AC-B08C-1C660B765DC1}" dt="2025-08-08T11:31:03.029" v="3334" actId="20577"/>
        <pc:sldMkLst>
          <pc:docMk/>
          <pc:sldMk cId="3284967379" sldId="261"/>
        </pc:sldMkLst>
        <pc:spChg chg="mod">
          <ac:chgData name="颯太 上山" userId="66c6ba4e2021477f" providerId="LiveId" clId="{CEFF9D46-BD10-42AC-B08C-1C660B765DC1}" dt="2025-08-08T11:26:58.569" v="3126" actId="26606"/>
          <ac:spMkLst>
            <pc:docMk/>
            <pc:sldMk cId="3284967379" sldId="261"/>
            <ac:spMk id="2" creationId="{2C0EC3A0-EC62-D754-7253-2E4CF3D445B5}"/>
          </ac:spMkLst>
        </pc:spChg>
        <pc:spChg chg="mod">
          <ac:chgData name="颯太 上山" userId="66c6ba4e2021477f" providerId="LiveId" clId="{CEFF9D46-BD10-42AC-B08C-1C660B765DC1}" dt="2025-08-08T11:30:36.261" v="3275" actId="20577"/>
          <ac:spMkLst>
            <pc:docMk/>
            <pc:sldMk cId="3284967379" sldId="261"/>
            <ac:spMk id="3" creationId="{D0C834AF-9A66-0215-146D-616FFBF90F1B}"/>
          </ac:spMkLst>
        </pc:spChg>
        <pc:spChg chg="add mod">
          <ac:chgData name="颯太 上山" userId="66c6ba4e2021477f" providerId="LiveId" clId="{CEFF9D46-BD10-42AC-B08C-1C660B765DC1}" dt="2025-08-08T11:31:03.029" v="3334" actId="20577"/>
          <ac:spMkLst>
            <pc:docMk/>
            <pc:sldMk cId="3284967379" sldId="261"/>
            <ac:spMk id="4" creationId="{1877EA4C-D2E8-375C-F286-6A51B7E6B26A}"/>
          </ac:spMkLst>
        </pc:spChg>
        <pc:spChg chg="add mod">
          <ac:chgData name="颯太 上山" userId="66c6ba4e2021477f" providerId="LiveId" clId="{CEFF9D46-BD10-42AC-B08C-1C660B765DC1}" dt="2025-08-08T11:30:18.055" v="3250" actId="20577"/>
          <ac:spMkLst>
            <pc:docMk/>
            <pc:sldMk cId="3284967379" sldId="261"/>
            <ac:spMk id="6" creationId="{3D8D483C-EF27-FEC3-E94B-7864A27E2D8F}"/>
          </ac:spMkLst>
        </pc:spChg>
        <pc:spChg chg="add del">
          <ac:chgData name="颯太 上山" userId="66c6ba4e2021477f" providerId="LiveId" clId="{CEFF9D46-BD10-42AC-B08C-1C660B765DC1}" dt="2025-08-08T11:26:58.569" v="3126" actId="26606"/>
          <ac:spMkLst>
            <pc:docMk/>
            <pc:sldMk cId="3284967379" sldId="261"/>
            <ac:spMk id="8" creationId="{70DFC902-7D23-471A-B557-B6B6917D7A0D}"/>
          </ac:spMkLst>
        </pc:spChg>
        <pc:spChg chg="add del">
          <ac:chgData name="颯太 上山" userId="66c6ba4e2021477f" providerId="LiveId" clId="{CEFF9D46-BD10-42AC-B08C-1C660B765DC1}" dt="2025-08-08T11:26:58.569" v="3126" actId="26606"/>
          <ac:spMkLst>
            <pc:docMk/>
            <pc:sldMk cId="3284967379" sldId="261"/>
            <ac:spMk id="10" creationId="{A55D5633-D557-4DCA-982C-FF36EB7A1C00}"/>
          </ac:spMkLst>
        </pc:spChg>
        <pc:spChg chg="add del">
          <ac:chgData name="颯太 上山" userId="66c6ba4e2021477f" providerId="LiveId" clId="{CEFF9D46-BD10-42AC-B08C-1C660B765DC1}" dt="2025-08-08T11:26:58.569" v="3126" actId="26606"/>
          <ac:spMkLst>
            <pc:docMk/>
            <pc:sldMk cId="3284967379" sldId="261"/>
            <ac:spMk id="12" creationId="{450D3AD2-FA80-415F-A9CE-54D884561CD7}"/>
          </ac:spMkLst>
        </pc:spChg>
        <pc:picChg chg="add mod ord">
          <ac:chgData name="颯太 上山" userId="66c6ba4e2021477f" providerId="LiveId" clId="{CEFF9D46-BD10-42AC-B08C-1C660B765DC1}" dt="2025-08-08T11:27:25.951" v="3132" actId="1076"/>
          <ac:picMkLst>
            <pc:docMk/>
            <pc:sldMk cId="3284967379" sldId="261"/>
            <ac:picMk id="1026" creationId="{FCD12487-D276-1FF6-C871-699996B6CD1E}"/>
          </ac:picMkLst>
        </pc:picChg>
        <pc:picChg chg="add mod">
          <ac:chgData name="颯太 上山" userId="66c6ba4e2021477f" providerId="LiveId" clId="{CEFF9D46-BD10-42AC-B08C-1C660B765DC1}" dt="2025-08-08T11:27:15.900" v="3130" actId="1076"/>
          <ac:picMkLst>
            <pc:docMk/>
            <pc:sldMk cId="3284967379" sldId="261"/>
            <ac:picMk id="1028" creationId="{3DA21153-8153-C196-4DCC-703A5DCB5517}"/>
          </ac:picMkLst>
        </pc:picChg>
      </pc:sldChg>
      <pc:sldChg chg="modSp new del mod">
        <pc:chgData name="颯太 上山" userId="66c6ba4e2021477f" providerId="LiveId" clId="{CEFF9D46-BD10-42AC-B08C-1C660B765DC1}" dt="2025-08-08T09:19:43.488" v="1911" actId="2696"/>
        <pc:sldMkLst>
          <pc:docMk/>
          <pc:sldMk cId="1804791783" sldId="262"/>
        </pc:sldMkLst>
      </pc:sldChg>
      <pc:sldChg chg="addSp delSp modSp new mod setBg">
        <pc:chgData name="颯太 上山" userId="66c6ba4e2021477f" providerId="LiveId" clId="{CEFF9D46-BD10-42AC-B08C-1C660B765DC1}" dt="2025-08-08T11:47:55.263" v="3573" actId="255"/>
        <pc:sldMkLst>
          <pc:docMk/>
          <pc:sldMk cId="1761802189" sldId="263"/>
        </pc:sldMkLst>
        <pc:spChg chg="mod">
          <ac:chgData name="颯太 上山" userId="66c6ba4e2021477f" providerId="LiveId" clId="{CEFF9D46-BD10-42AC-B08C-1C660B765DC1}" dt="2025-08-08T11:03:09.752" v="3032" actId="26606"/>
          <ac:spMkLst>
            <pc:docMk/>
            <pc:sldMk cId="1761802189" sldId="263"/>
            <ac:spMk id="2" creationId="{8541BBFD-023E-AAD3-F2A4-23D7ABF09640}"/>
          </ac:spMkLst>
        </pc:spChg>
        <pc:spChg chg="mod">
          <ac:chgData name="颯太 上山" userId="66c6ba4e2021477f" providerId="LiveId" clId="{CEFF9D46-BD10-42AC-B08C-1C660B765DC1}" dt="2025-08-08T11:24:47.874" v="3114" actId="20577"/>
          <ac:spMkLst>
            <pc:docMk/>
            <pc:sldMk cId="1761802189" sldId="263"/>
            <ac:spMk id="3" creationId="{45C60F11-CED6-08C7-03AB-3EB7D3F2332A}"/>
          </ac:spMkLst>
        </pc:spChg>
        <pc:spChg chg="add mod">
          <ac:chgData name="颯太 上山" userId="66c6ba4e2021477f" providerId="LiveId" clId="{CEFF9D46-BD10-42AC-B08C-1C660B765DC1}" dt="2025-08-08T11:47:34.978" v="3572" actId="1038"/>
          <ac:spMkLst>
            <pc:docMk/>
            <pc:sldMk cId="1761802189" sldId="263"/>
            <ac:spMk id="6" creationId="{35BE1226-C06F-497E-DAB9-D18A57747E28}"/>
          </ac:spMkLst>
        </pc:spChg>
        <pc:spChg chg="add mod">
          <ac:chgData name="颯太 上山" userId="66c6ba4e2021477f" providerId="LiveId" clId="{CEFF9D46-BD10-42AC-B08C-1C660B765DC1}" dt="2025-08-08T11:47:30.081" v="3553" actId="1036"/>
          <ac:spMkLst>
            <pc:docMk/>
            <pc:sldMk cId="1761802189" sldId="263"/>
            <ac:spMk id="7" creationId="{F8E8854A-659F-989E-28B8-B167E5188807}"/>
          </ac:spMkLst>
        </pc:spChg>
        <pc:spChg chg="add">
          <ac:chgData name="颯太 上山" userId="66c6ba4e2021477f" providerId="LiveId" clId="{CEFF9D46-BD10-42AC-B08C-1C660B765DC1}" dt="2025-08-08T11:03:09.752" v="3032" actId="26606"/>
          <ac:spMkLst>
            <pc:docMk/>
            <pc:sldMk cId="1761802189" sldId="263"/>
            <ac:spMk id="8" creationId="{70DFC902-7D23-471A-B557-B6B6917D7A0D}"/>
          </ac:spMkLst>
        </pc:spChg>
        <pc:spChg chg="add">
          <ac:chgData name="颯太 上山" userId="66c6ba4e2021477f" providerId="LiveId" clId="{CEFF9D46-BD10-42AC-B08C-1C660B765DC1}" dt="2025-08-08T11:03:09.752" v="3032" actId="26606"/>
          <ac:spMkLst>
            <pc:docMk/>
            <pc:sldMk cId="1761802189" sldId="263"/>
            <ac:spMk id="10" creationId="{A55D5633-D557-4DCA-982C-FF36EB7A1C00}"/>
          </ac:spMkLst>
        </pc:spChg>
        <pc:spChg chg="add">
          <ac:chgData name="颯太 上山" userId="66c6ba4e2021477f" providerId="LiveId" clId="{CEFF9D46-BD10-42AC-B08C-1C660B765DC1}" dt="2025-08-08T11:03:09.752" v="3032" actId="26606"/>
          <ac:spMkLst>
            <pc:docMk/>
            <pc:sldMk cId="1761802189" sldId="263"/>
            <ac:spMk id="12" creationId="{450D3AD2-FA80-415F-A9CE-54D884561CD7}"/>
          </ac:spMkLst>
        </pc:spChg>
        <pc:graphicFrameChg chg="add mod modGraphic">
          <ac:chgData name="颯太 上山" userId="66c6ba4e2021477f" providerId="LiveId" clId="{CEFF9D46-BD10-42AC-B08C-1C660B765DC1}" dt="2025-08-08T11:47:55.263" v="3573" actId="255"/>
          <ac:graphicFrameMkLst>
            <pc:docMk/>
            <pc:sldMk cId="1761802189" sldId="263"/>
            <ac:graphicFrameMk id="5" creationId="{30EF336E-BA80-1494-B2B8-FDB1CE9DA41F}"/>
          </ac:graphicFrameMkLst>
        </pc:graphicFrameChg>
      </pc:sldChg>
      <pc:sldChg chg="addSp modSp new mod setBg">
        <pc:chgData name="颯太 上山" userId="66c6ba4e2021477f" providerId="LiveId" clId="{CEFF9D46-BD10-42AC-B08C-1C660B765DC1}" dt="2025-08-08T11:21:01.506" v="3084" actId="113"/>
        <pc:sldMkLst>
          <pc:docMk/>
          <pc:sldMk cId="2950006424" sldId="264"/>
        </pc:sldMkLst>
        <pc:spChg chg="mod">
          <ac:chgData name="颯太 上山" userId="66c6ba4e2021477f" providerId="LiveId" clId="{CEFF9D46-BD10-42AC-B08C-1C660B765DC1}" dt="2025-08-08T11:02:38.320" v="3029" actId="26606"/>
          <ac:spMkLst>
            <pc:docMk/>
            <pc:sldMk cId="2950006424" sldId="264"/>
            <ac:spMk id="2" creationId="{26EC2F83-AD67-42A3-0C10-DD1466431FB5}"/>
          </ac:spMkLst>
        </pc:spChg>
        <pc:spChg chg="mod">
          <ac:chgData name="颯太 上山" userId="66c6ba4e2021477f" providerId="LiveId" clId="{CEFF9D46-BD10-42AC-B08C-1C660B765DC1}" dt="2025-08-08T11:21:01.506" v="3084" actId="113"/>
          <ac:spMkLst>
            <pc:docMk/>
            <pc:sldMk cId="2950006424" sldId="264"/>
            <ac:spMk id="3" creationId="{B03380D2-2E4F-12BA-E5D0-43FD00CC18DD}"/>
          </ac:spMkLst>
        </pc:spChg>
        <pc:spChg chg="add">
          <ac:chgData name="颯太 上山" userId="66c6ba4e2021477f" providerId="LiveId" clId="{CEFF9D46-BD10-42AC-B08C-1C660B765DC1}" dt="2025-08-08T11:02:38.320" v="3029" actId="26606"/>
          <ac:spMkLst>
            <pc:docMk/>
            <pc:sldMk cId="2950006424" sldId="264"/>
            <ac:spMk id="8" creationId="{70DFC902-7D23-471A-B557-B6B6917D7A0D}"/>
          </ac:spMkLst>
        </pc:spChg>
        <pc:spChg chg="add">
          <ac:chgData name="颯太 上山" userId="66c6ba4e2021477f" providerId="LiveId" clId="{CEFF9D46-BD10-42AC-B08C-1C660B765DC1}" dt="2025-08-08T11:02:38.320" v="3029" actId="26606"/>
          <ac:spMkLst>
            <pc:docMk/>
            <pc:sldMk cId="2950006424" sldId="264"/>
            <ac:spMk id="10" creationId="{A55D5633-D557-4DCA-982C-FF36EB7A1C00}"/>
          </ac:spMkLst>
        </pc:spChg>
        <pc:spChg chg="add">
          <ac:chgData name="颯太 上山" userId="66c6ba4e2021477f" providerId="LiveId" clId="{CEFF9D46-BD10-42AC-B08C-1C660B765DC1}" dt="2025-08-08T11:02:38.320" v="3029" actId="26606"/>
          <ac:spMkLst>
            <pc:docMk/>
            <pc:sldMk cId="2950006424" sldId="264"/>
            <ac:spMk id="12" creationId="{450D3AD2-FA80-415F-A9CE-54D884561CD7}"/>
          </ac:spMkLst>
        </pc:spChg>
      </pc:sldChg>
      <pc:sldChg chg="addSp delSp modSp new mod setBg">
        <pc:chgData name="颯太 上山" userId="66c6ba4e2021477f" providerId="LiveId" clId="{CEFF9D46-BD10-42AC-B08C-1C660B765DC1}" dt="2025-08-08T11:18:06.851" v="3067" actId="113"/>
        <pc:sldMkLst>
          <pc:docMk/>
          <pc:sldMk cId="1179678860" sldId="265"/>
        </pc:sldMkLst>
        <pc:spChg chg="mod">
          <ac:chgData name="颯太 上山" userId="66c6ba4e2021477f" providerId="LiveId" clId="{CEFF9D46-BD10-42AC-B08C-1C660B765DC1}" dt="2025-08-08T11:02:25.068" v="3027" actId="26606"/>
          <ac:spMkLst>
            <pc:docMk/>
            <pc:sldMk cId="1179678860" sldId="265"/>
            <ac:spMk id="2" creationId="{48DAE951-F461-5FC1-4D60-5C1529FFA518}"/>
          </ac:spMkLst>
        </pc:spChg>
        <pc:spChg chg="mod">
          <ac:chgData name="颯太 上山" userId="66c6ba4e2021477f" providerId="LiveId" clId="{CEFF9D46-BD10-42AC-B08C-1C660B765DC1}" dt="2025-08-08T11:18:06.851" v="3067" actId="113"/>
          <ac:spMkLst>
            <pc:docMk/>
            <pc:sldMk cId="1179678860" sldId="265"/>
            <ac:spMk id="3" creationId="{6CD2AF42-478A-AA09-9539-A1E0EB6B42CF}"/>
          </ac:spMkLst>
        </pc:spChg>
        <pc:spChg chg="add">
          <ac:chgData name="颯太 上山" userId="66c6ba4e2021477f" providerId="LiveId" clId="{CEFF9D46-BD10-42AC-B08C-1C660B765DC1}" dt="2025-08-08T11:02:25.068" v="3027" actId="26606"/>
          <ac:spMkLst>
            <pc:docMk/>
            <pc:sldMk cId="1179678860" sldId="265"/>
            <ac:spMk id="5" creationId="{70DFC902-7D23-471A-B557-B6B6917D7A0D}"/>
          </ac:spMkLst>
        </pc:spChg>
        <pc:spChg chg="add">
          <ac:chgData name="颯太 上山" userId="66c6ba4e2021477f" providerId="LiveId" clId="{CEFF9D46-BD10-42AC-B08C-1C660B765DC1}" dt="2025-08-08T11:02:25.068" v="3027" actId="26606"/>
          <ac:spMkLst>
            <pc:docMk/>
            <pc:sldMk cId="1179678860" sldId="265"/>
            <ac:spMk id="6" creationId="{A55D5633-D557-4DCA-982C-FF36EB7A1C00}"/>
          </ac:spMkLst>
        </pc:spChg>
        <pc:spChg chg="add">
          <ac:chgData name="颯太 上山" userId="66c6ba4e2021477f" providerId="LiveId" clId="{CEFF9D46-BD10-42AC-B08C-1C660B765DC1}" dt="2025-08-08T11:02:25.068" v="3027" actId="26606"/>
          <ac:spMkLst>
            <pc:docMk/>
            <pc:sldMk cId="1179678860" sldId="265"/>
            <ac:spMk id="7" creationId="{450D3AD2-FA80-415F-A9CE-54D884561CD7}"/>
          </ac:spMkLst>
        </pc:spChg>
      </pc:sldChg>
      <pc:sldChg chg="addSp delSp modSp new mod chgLayout">
        <pc:chgData name="颯太 上山" userId="66c6ba4e2021477f" providerId="LiveId" clId="{CEFF9D46-BD10-42AC-B08C-1C660B765DC1}" dt="2025-08-08T11:00:50.315" v="3017"/>
        <pc:sldMkLst>
          <pc:docMk/>
          <pc:sldMk cId="16367630" sldId="266"/>
        </pc:sldMkLst>
        <pc:spChg chg="mod ord">
          <ac:chgData name="颯太 上山" userId="66c6ba4e2021477f" providerId="LiveId" clId="{CEFF9D46-BD10-42AC-B08C-1C660B765DC1}" dt="2025-08-08T11:00:50.315" v="3017"/>
          <ac:spMkLst>
            <pc:docMk/>
            <pc:sldMk cId="16367630" sldId="266"/>
            <ac:spMk id="2" creationId="{DF89213D-FC6C-28CB-A8F9-9F05BD4BD8C3}"/>
          </ac:spMkLst>
        </pc:spChg>
        <pc:graphicFrameChg chg="add mod ord modGraphic">
          <ac:chgData name="颯太 上山" userId="66c6ba4e2021477f" providerId="LiveId" clId="{CEFF9D46-BD10-42AC-B08C-1C660B765DC1}" dt="2025-08-08T11:00:14.361" v="3016" actId="6264"/>
          <ac:graphicFrameMkLst>
            <pc:docMk/>
            <pc:sldMk cId="16367630" sldId="266"/>
            <ac:graphicFrameMk id="5" creationId="{CD73A581-245A-9F82-E808-04F17AB0D7AB}"/>
          </ac:graphicFrameMkLst>
        </pc:graphicFrameChg>
      </pc:sldChg>
      <pc:sldChg chg="addSp delSp modSp new mod setBg">
        <pc:chgData name="颯太 上山" userId="66c6ba4e2021477f" providerId="LiveId" clId="{CEFF9D46-BD10-42AC-B08C-1C660B765DC1}" dt="2025-08-08T11:43:53.780" v="3451" actId="1076"/>
        <pc:sldMkLst>
          <pc:docMk/>
          <pc:sldMk cId="3536172127" sldId="267"/>
        </pc:sldMkLst>
        <pc:spChg chg="mod">
          <ac:chgData name="颯太 上山" userId="66c6ba4e2021477f" providerId="LiveId" clId="{CEFF9D46-BD10-42AC-B08C-1C660B765DC1}" dt="2025-08-08T11:03:05.404" v="3031" actId="26606"/>
          <ac:spMkLst>
            <pc:docMk/>
            <pc:sldMk cId="3536172127" sldId="267"/>
            <ac:spMk id="2" creationId="{079433B2-DD1C-44B3-C53E-614B5C73BA96}"/>
          </ac:spMkLst>
        </pc:spChg>
        <pc:spChg chg="mod">
          <ac:chgData name="颯太 上山" userId="66c6ba4e2021477f" providerId="LiveId" clId="{CEFF9D46-BD10-42AC-B08C-1C660B765DC1}" dt="2025-08-08T11:25:09.280" v="3116" actId="14100"/>
          <ac:spMkLst>
            <pc:docMk/>
            <pc:sldMk cId="3536172127" sldId="267"/>
            <ac:spMk id="3" creationId="{925628D0-2593-04E4-4F31-C9BC06CB4FAB}"/>
          </ac:spMkLst>
        </pc:spChg>
        <pc:spChg chg="add mod">
          <ac:chgData name="颯太 上山" userId="66c6ba4e2021477f" providerId="LiveId" clId="{CEFF9D46-BD10-42AC-B08C-1C660B765DC1}" dt="2025-08-08T11:40:58.653" v="3422" actId="1076"/>
          <ac:spMkLst>
            <pc:docMk/>
            <pc:sldMk cId="3536172127" sldId="267"/>
            <ac:spMk id="4" creationId="{621FDF08-AA76-F62F-6BA5-F8D5D2D6514B}"/>
          </ac:spMkLst>
        </pc:spChg>
        <pc:spChg chg="add mod">
          <ac:chgData name="颯太 上山" userId="66c6ba4e2021477f" providerId="LiveId" clId="{CEFF9D46-BD10-42AC-B08C-1C660B765DC1}" dt="2025-08-08T11:40:58.653" v="3422" actId="1076"/>
          <ac:spMkLst>
            <pc:docMk/>
            <pc:sldMk cId="3536172127" sldId="267"/>
            <ac:spMk id="5" creationId="{9D809978-53A6-943B-B779-895C3C77A233}"/>
          </ac:spMkLst>
        </pc:spChg>
        <pc:spChg chg="add mod">
          <ac:chgData name="颯太 上山" userId="66c6ba4e2021477f" providerId="LiveId" clId="{CEFF9D46-BD10-42AC-B08C-1C660B765DC1}" dt="2025-08-08T11:40:58.653" v="3422" actId="1076"/>
          <ac:spMkLst>
            <pc:docMk/>
            <pc:sldMk cId="3536172127" sldId="267"/>
            <ac:spMk id="6" creationId="{FDCA8FF2-7BDE-9D19-31EB-8C00A8F40694}"/>
          </ac:spMkLst>
        </pc:spChg>
        <pc:spChg chg="add">
          <ac:chgData name="颯太 上山" userId="66c6ba4e2021477f" providerId="LiveId" clId="{CEFF9D46-BD10-42AC-B08C-1C660B765DC1}" dt="2025-08-08T11:03:05.404" v="3031" actId="26606"/>
          <ac:spMkLst>
            <pc:docMk/>
            <pc:sldMk cId="3536172127" sldId="267"/>
            <ac:spMk id="8" creationId="{70DFC902-7D23-471A-B557-B6B6917D7A0D}"/>
          </ac:spMkLst>
        </pc:spChg>
        <pc:spChg chg="add">
          <ac:chgData name="颯太 上山" userId="66c6ba4e2021477f" providerId="LiveId" clId="{CEFF9D46-BD10-42AC-B08C-1C660B765DC1}" dt="2025-08-08T11:03:05.404" v="3031" actId="26606"/>
          <ac:spMkLst>
            <pc:docMk/>
            <pc:sldMk cId="3536172127" sldId="267"/>
            <ac:spMk id="10" creationId="{A55D5633-D557-4DCA-982C-FF36EB7A1C00}"/>
          </ac:spMkLst>
        </pc:spChg>
        <pc:spChg chg="add">
          <ac:chgData name="颯太 上山" userId="66c6ba4e2021477f" providerId="LiveId" clId="{CEFF9D46-BD10-42AC-B08C-1C660B765DC1}" dt="2025-08-08T11:03:05.404" v="3031" actId="26606"/>
          <ac:spMkLst>
            <pc:docMk/>
            <pc:sldMk cId="3536172127" sldId="267"/>
            <ac:spMk id="12" creationId="{450D3AD2-FA80-415F-A9CE-54D884561CD7}"/>
          </ac:spMkLst>
        </pc:spChg>
        <pc:spChg chg="add mod">
          <ac:chgData name="颯太 上山" userId="66c6ba4e2021477f" providerId="LiveId" clId="{CEFF9D46-BD10-42AC-B08C-1C660B765DC1}" dt="2025-08-08T11:40:58.653" v="3422" actId="1076"/>
          <ac:spMkLst>
            <pc:docMk/>
            <pc:sldMk cId="3536172127" sldId="267"/>
            <ac:spMk id="20" creationId="{1BC37EDB-AD60-E3DA-72BD-BF83A8DE5F5E}"/>
          </ac:spMkLst>
        </pc:spChg>
        <pc:spChg chg="add mod">
          <ac:chgData name="颯太 上山" userId="66c6ba4e2021477f" providerId="LiveId" clId="{CEFF9D46-BD10-42AC-B08C-1C660B765DC1}" dt="2025-08-08T11:41:26.236" v="3424" actId="1076"/>
          <ac:spMkLst>
            <pc:docMk/>
            <pc:sldMk cId="3536172127" sldId="267"/>
            <ac:spMk id="21" creationId="{2BE8FE17-2A20-797C-6E0B-9BB7D03E7033}"/>
          </ac:spMkLst>
        </pc:spChg>
        <pc:spChg chg="add mod">
          <ac:chgData name="颯太 上山" userId="66c6ba4e2021477f" providerId="LiveId" clId="{CEFF9D46-BD10-42AC-B08C-1C660B765DC1}" dt="2025-08-08T11:41:33.099" v="3426" actId="1076"/>
          <ac:spMkLst>
            <pc:docMk/>
            <pc:sldMk cId="3536172127" sldId="267"/>
            <ac:spMk id="22" creationId="{9AD31B1C-AD04-CCD8-1664-6B901EA096D7}"/>
          </ac:spMkLst>
        </pc:spChg>
        <pc:spChg chg="add">
          <ac:chgData name="颯太 上山" userId="66c6ba4e2021477f" providerId="LiveId" clId="{CEFF9D46-BD10-42AC-B08C-1C660B765DC1}" dt="2025-08-08T11:42:45.398" v="3429" actId="11529"/>
          <ac:spMkLst>
            <pc:docMk/>
            <pc:sldMk cId="3536172127" sldId="267"/>
            <ac:spMk id="24" creationId="{818FDD5B-5F3C-B7BF-36F6-267BA729DD28}"/>
          </ac:spMkLst>
        </pc:spChg>
        <pc:spChg chg="add mod">
          <ac:chgData name="颯太 上山" userId="66c6ba4e2021477f" providerId="LiveId" clId="{CEFF9D46-BD10-42AC-B08C-1C660B765DC1}" dt="2025-08-08T11:43:53.780" v="3451" actId="1076"/>
          <ac:spMkLst>
            <pc:docMk/>
            <pc:sldMk cId="3536172127" sldId="267"/>
            <ac:spMk id="30" creationId="{42D80819-678B-BD14-E4C4-C3A2537C1F8D}"/>
          </ac:spMkLst>
        </pc:spChg>
        <pc:cxnChg chg="add mod">
          <ac:chgData name="颯太 上山" userId="66c6ba4e2021477f" providerId="LiveId" clId="{CEFF9D46-BD10-42AC-B08C-1C660B765DC1}" dt="2025-08-08T11:40:58.653" v="3422" actId="1076"/>
          <ac:cxnSpMkLst>
            <pc:docMk/>
            <pc:sldMk cId="3536172127" sldId="267"/>
            <ac:cxnSpMk id="19" creationId="{705E7E48-87CD-0D1A-FF26-8096E667E674}"/>
          </ac:cxnSpMkLst>
        </pc:cxnChg>
        <pc:cxnChg chg="add mod">
          <ac:chgData name="颯太 上山" userId="66c6ba4e2021477f" providerId="LiveId" clId="{CEFF9D46-BD10-42AC-B08C-1C660B765DC1}" dt="2025-08-08T11:43:13.011" v="3434" actId="14100"/>
          <ac:cxnSpMkLst>
            <pc:docMk/>
            <pc:sldMk cId="3536172127" sldId="267"/>
            <ac:cxnSpMk id="26" creationId="{0E1C925B-5D56-7CD9-3415-7154C88D08DE}"/>
          </ac:cxnSpMkLst>
        </pc:cxnChg>
      </pc:sldChg>
    </pc:docChg>
  </pc:docChgLst>
  <pc:docChgLst>
    <pc:chgData name="颯太 上山" userId="66c6ba4e2021477f" providerId="LiveId" clId="{EBAC212E-148A-4341-8A6B-6A963C536666}"/>
    <pc:docChg chg="undo redo custSel addSld delSld modSld sldOrd">
      <pc:chgData name="颯太 上山" userId="66c6ba4e2021477f" providerId="LiveId" clId="{EBAC212E-148A-4341-8A6B-6A963C536666}" dt="2025-09-07T23:36:06.555" v="6205" actId="20577"/>
      <pc:docMkLst>
        <pc:docMk/>
      </pc:docMkLst>
      <pc:sldChg chg="modSp mod modNotesTx">
        <pc:chgData name="颯太 上山" userId="66c6ba4e2021477f" providerId="LiveId" clId="{EBAC212E-148A-4341-8A6B-6A963C536666}" dt="2025-09-07T21:00:51.182" v="2512" actId="20577"/>
        <pc:sldMkLst>
          <pc:docMk/>
          <pc:sldMk cId="889824953" sldId="256"/>
        </pc:sldMkLst>
        <pc:spChg chg="mod">
          <ac:chgData name="颯太 上山" userId="66c6ba4e2021477f" providerId="LiveId" clId="{EBAC212E-148A-4341-8A6B-6A963C536666}" dt="2025-09-07T21:00:51.182" v="2512" actId="20577"/>
          <ac:spMkLst>
            <pc:docMk/>
            <pc:sldMk cId="889824953" sldId="256"/>
            <ac:spMk id="2" creationId="{FDDA7ED6-921D-D12B-98F5-E059A9067E10}"/>
          </ac:spMkLst>
        </pc:spChg>
      </pc:sldChg>
      <pc:sldChg chg="addSp delSp modSp mod modNotesTx">
        <pc:chgData name="颯太 上山" userId="66c6ba4e2021477f" providerId="LiveId" clId="{EBAC212E-148A-4341-8A6B-6A963C536666}" dt="2025-09-07T18:56:28.793" v="922" actId="20577"/>
        <pc:sldMkLst>
          <pc:docMk/>
          <pc:sldMk cId="2261989723" sldId="259"/>
        </pc:sldMkLst>
        <pc:spChg chg="mod">
          <ac:chgData name="颯太 上山" userId="66c6ba4e2021477f" providerId="LiveId" clId="{EBAC212E-148A-4341-8A6B-6A963C536666}" dt="2025-09-07T17:00:43.151" v="698" actId="20577"/>
          <ac:spMkLst>
            <pc:docMk/>
            <pc:sldMk cId="2261989723" sldId="259"/>
            <ac:spMk id="3" creationId="{73B88B91-DCBD-0F70-4AD5-A29BEF9F2ACB}"/>
          </ac:spMkLst>
        </pc:spChg>
        <pc:spChg chg="add mod">
          <ac:chgData name="颯太 上山" userId="66c6ba4e2021477f" providerId="LiveId" clId="{EBAC212E-148A-4341-8A6B-6A963C536666}" dt="2025-09-07T18:02:08.467" v="793" actId="1582"/>
          <ac:spMkLst>
            <pc:docMk/>
            <pc:sldMk cId="2261989723" sldId="259"/>
            <ac:spMk id="4" creationId="{163E58A4-8421-6F1D-2F44-E6A93AFD4BE7}"/>
          </ac:spMkLst>
        </pc:spChg>
        <pc:spChg chg="add del mod">
          <ac:chgData name="颯太 上山" userId="66c6ba4e2021477f" providerId="LiveId" clId="{EBAC212E-148A-4341-8A6B-6A963C536666}" dt="2025-09-07T16:52:26.486" v="636" actId="478"/>
          <ac:spMkLst>
            <pc:docMk/>
            <pc:sldMk cId="2261989723" sldId="259"/>
            <ac:spMk id="5" creationId="{754C47DF-D463-C0BC-88AB-490796E3C0CF}"/>
          </ac:spMkLst>
        </pc:spChg>
      </pc:sldChg>
      <pc:sldChg chg="modSp mod modNotesTx">
        <pc:chgData name="颯太 上山" userId="66c6ba4e2021477f" providerId="LiveId" clId="{EBAC212E-148A-4341-8A6B-6A963C536666}" dt="2025-09-07T23:35:11.785" v="6123" actId="20577"/>
        <pc:sldMkLst>
          <pc:docMk/>
          <pc:sldMk cId="2061856262" sldId="260"/>
        </pc:sldMkLst>
        <pc:spChg chg="mod">
          <ac:chgData name="颯太 上山" userId="66c6ba4e2021477f" providerId="LiveId" clId="{EBAC212E-148A-4341-8A6B-6A963C536666}" dt="2025-09-07T21:16:26.670" v="2959" actId="20577"/>
          <ac:spMkLst>
            <pc:docMk/>
            <pc:sldMk cId="2061856262" sldId="260"/>
            <ac:spMk id="3" creationId="{AB5456D4-28AC-C667-7AF9-BB99BE731963}"/>
          </ac:spMkLst>
        </pc:spChg>
      </pc:sldChg>
      <pc:sldChg chg="modSp mod modNotesTx">
        <pc:chgData name="颯太 上山" userId="66c6ba4e2021477f" providerId="LiveId" clId="{EBAC212E-148A-4341-8A6B-6A963C536666}" dt="2025-09-07T23:25:11.911" v="6086" actId="20577"/>
        <pc:sldMkLst>
          <pc:docMk/>
          <pc:sldMk cId="3284967379" sldId="261"/>
        </pc:sldMkLst>
        <pc:spChg chg="mod">
          <ac:chgData name="颯太 上山" userId="66c6ba4e2021477f" providerId="LiveId" clId="{EBAC212E-148A-4341-8A6B-6A963C536666}" dt="2025-09-07T21:35:44.653" v="4139" actId="20577"/>
          <ac:spMkLst>
            <pc:docMk/>
            <pc:sldMk cId="3284967379" sldId="261"/>
            <ac:spMk id="3" creationId="{D0C834AF-9A66-0215-146D-616FFBF90F1B}"/>
          </ac:spMkLst>
        </pc:spChg>
      </pc:sldChg>
      <pc:sldChg chg="modSp mod modNotesTx">
        <pc:chgData name="颯太 上山" userId="66c6ba4e2021477f" providerId="LiveId" clId="{EBAC212E-148A-4341-8A6B-6A963C536666}" dt="2025-09-07T23:18:51.206" v="5910" actId="20577"/>
        <pc:sldMkLst>
          <pc:docMk/>
          <pc:sldMk cId="1761802189" sldId="263"/>
        </pc:sldMkLst>
        <pc:spChg chg="mod">
          <ac:chgData name="颯太 上山" userId="66c6ba4e2021477f" providerId="LiveId" clId="{EBAC212E-148A-4341-8A6B-6A963C536666}" dt="2025-09-07T23:03:03.527" v="4809" actId="20577"/>
          <ac:spMkLst>
            <pc:docMk/>
            <pc:sldMk cId="1761802189" sldId="263"/>
            <ac:spMk id="3" creationId="{45C60F11-CED6-08C7-03AB-3EB7D3F2332A}"/>
          </ac:spMkLst>
        </pc:spChg>
        <pc:graphicFrameChg chg="mod modGraphic">
          <ac:chgData name="颯太 上山" userId="66c6ba4e2021477f" providerId="LiveId" clId="{EBAC212E-148A-4341-8A6B-6A963C536666}" dt="2025-09-07T22:04:37.880" v="4706" actId="1076"/>
          <ac:graphicFrameMkLst>
            <pc:docMk/>
            <pc:sldMk cId="1761802189" sldId="263"/>
            <ac:graphicFrameMk id="5" creationId="{30EF336E-BA80-1494-B2B8-FDB1CE9DA41F}"/>
          </ac:graphicFrameMkLst>
        </pc:graphicFrameChg>
      </pc:sldChg>
      <pc:sldChg chg="modSp mod modNotesTx">
        <pc:chgData name="颯太 上山" userId="66c6ba4e2021477f" providerId="LiveId" clId="{EBAC212E-148A-4341-8A6B-6A963C536666}" dt="2025-09-07T23:35:22.788" v="6125" actId="5793"/>
        <pc:sldMkLst>
          <pc:docMk/>
          <pc:sldMk cId="2950006424" sldId="264"/>
        </pc:sldMkLst>
        <pc:spChg chg="mod">
          <ac:chgData name="颯太 上山" userId="66c6ba4e2021477f" providerId="LiveId" clId="{EBAC212E-148A-4341-8A6B-6A963C536666}" dt="2025-09-07T21:25:28.835" v="3506" actId="20577"/>
          <ac:spMkLst>
            <pc:docMk/>
            <pc:sldMk cId="2950006424" sldId="264"/>
            <ac:spMk id="3" creationId="{B03380D2-2E4F-12BA-E5D0-43FD00CC18DD}"/>
          </ac:spMkLst>
        </pc:spChg>
      </pc:sldChg>
      <pc:sldChg chg="addSp modSp mod modNotesTx">
        <pc:chgData name="颯太 上山" userId="66c6ba4e2021477f" providerId="LiveId" clId="{EBAC212E-148A-4341-8A6B-6A963C536666}" dt="2025-09-07T20:42:15.565" v="1934" actId="6549"/>
        <pc:sldMkLst>
          <pc:docMk/>
          <pc:sldMk cId="1179678860" sldId="265"/>
        </pc:sldMkLst>
        <pc:spChg chg="mod">
          <ac:chgData name="颯太 上山" userId="66c6ba4e2021477f" providerId="LiveId" clId="{EBAC212E-148A-4341-8A6B-6A963C536666}" dt="2025-09-07T19:47:26.161" v="1588" actId="115"/>
          <ac:spMkLst>
            <pc:docMk/>
            <pc:sldMk cId="1179678860" sldId="265"/>
            <ac:spMk id="3" creationId="{6CD2AF42-478A-AA09-9539-A1E0EB6B42CF}"/>
          </ac:spMkLst>
        </pc:spChg>
        <pc:spChg chg="add mod">
          <ac:chgData name="颯太 上山" userId="66c6ba4e2021477f" providerId="LiveId" clId="{EBAC212E-148A-4341-8A6B-6A963C536666}" dt="2025-09-07T18:00:50.705" v="776" actId="207"/>
          <ac:spMkLst>
            <pc:docMk/>
            <pc:sldMk cId="1179678860" sldId="265"/>
            <ac:spMk id="4" creationId="{13E73980-8990-4B21-9BBE-2A2BCF903D20}"/>
          </ac:spMkLst>
        </pc:spChg>
        <pc:spChg chg="add mod">
          <ac:chgData name="颯太 上山" userId="66c6ba4e2021477f" providerId="LiveId" clId="{EBAC212E-148A-4341-8A6B-6A963C536666}" dt="2025-09-07T19:40:25.693" v="1371" actId="20577"/>
          <ac:spMkLst>
            <pc:docMk/>
            <pc:sldMk cId="1179678860" sldId="265"/>
            <ac:spMk id="8" creationId="{247CD3D0-7C4D-2D25-C792-DB46C33C0851}"/>
          </ac:spMkLst>
        </pc:spChg>
      </pc:sldChg>
      <pc:sldChg chg="delSp modSp mod ord modNotesTx">
        <pc:chgData name="颯太 上山" userId="66c6ba4e2021477f" providerId="LiveId" clId="{EBAC212E-148A-4341-8A6B-6A963C536666}" dt="2025-09-07T23:36:06.555" v="6205" actId="20577"/>
        <pc:sldMkLst>
          <pc:docMk/>
          <pc:sldMk cId="16367630" sldId="266"/>
        </pc:sldMkLst>
        <pc:spChg chg="del mod">
          <ac:chgData name="颯太 上山" userId="66c6ba4e2021477f" providerId="LiveId" clId="{EBAC212E-148A-4341-8A6B-6A963C536666}" dt="2025-09-07T17:58:57.992" v="769" actId="21"/>
          <ac:spMkLst>
            <pc:docMk/>
            <pc:sldMk cId="16367630" sldId="266"/>
            <ac:spMk id="7" creationId="{31BF19BA-D781-E443-75F0-96447DC4D041}"/>
          </ac:spMkLst>
        </pc:spChg>
        <pc:graphicFrameChg chg="mod modGraphic">
          <ac:chgData name="颯太 上山" userId="66c6ba4e2021477f" providerId="LiveId" clId="{EBAC212E-148A-4341-8A6B-6A963C536666}" dt="2025-09-07T17:59:12.515" v="770" actId="1076"/>
          <ac:graphicFrameMkLst>
            <pc:docMk/>
            <pc:sldMk cId="16367630" sldId="266"/>
            <ac:graphicFrameMk id="5" creationId="{CD73A581-245A-9F82-E808-04F17AB0D7AB}"/>
          </ac:graphicFrameMkLst>
        </pc:graphicFrameChg>
      </pc:sldChg>
      <pc:sldChg chg="addSp delSp modSp mod modNotesTx">
        <pc:chgData name="颯太 上山" userId="66c6ba4e2021477f" providerId="LiveId" clId="{EBAC212E-148A-4341-8A6B-6A963C536666}" dt="2025-09-07T23:35:34.909" v="6126" actId="20577"/>
        <pc:sldMkLst>
          <pc:docMk/>
          <pc:sldMk cId="3536172127" sldId="267"/>
        </pc:sldMkLst>
        <pc:spChg chg="add del mod">
          <ac:chgData name="颯太 上山" userId="66c6ba4e2021477f" providerId="LiveId" clId="{EBAC212E-148A-4341-8A6B-6A963C536666}" dt="2025-09-06T17:32:16.317" v="45" actId="11529"/>
          <ac:spMkLst>
            <pc:docMk/>
            <pc:sldMk cId="3536172127" sldId="267"/>
            <ac:spMk id="7" creationId="{46F03AE5-28D7-4B89-49ED-2C4F68A4995D}"/>
          </ac:spMkLst>
        </pc:spChg>
        <pc:spChg chg="add del">
          <ac:chgData name="颯太 上山" userId="66c6ba4e2021477f" providerId="LiveId" clId="{EBAC212E-148A-4341-8A6B-6A963C536666}" dt="2025-09-07T06:28:44.340" v="459" actId="478"/>
          <ac:spMkLst>
            <pc:docMk/>
            <pc:sldMk cId="3536172127" sldId="267"/>
            <ac:spMk id="7" creationId="{96F23A41-3E6F-7858-FA0E-9B7E22493D61}"/>
          </ac:spMkLst>
        </pc:spChg>
        <pc:spChg chg="add del">
          <ac:chgData name="颯太 上山" userId="66c6ba4e2021477f" providerId="LiveId" clId="{EBAC212E-148A-4341-8A6B-6A963C536666}" dt="2025-09-06T17:32:14.074" v="40" actId="11529"/>
          <ac:spMkLst>
            <pc:docMk/>
            <pc:sldMk cId="3536172127" sldId="267"/>
            <ac:spMk id="9" creationId="{34CC8F9B-D7A7-C9C4-3360-B3C000FE56A0}"/>
          </ac:spMkLst>
        </pc:spChg>
        <pc:spChg chg="add del mod">
          <ac:chgData name="颯太 上山" userId="66c6ba4e2021477f" providerId="LiveId" clId="{EBAC212E-148A-4341-8A6B-6A963C536666}" dt="2025-09-07T06:29:19.247" v="462" actId="478"/>
          <ac:spMkLst>
            <pc:docMk/>
            <pc:sldMk cId="3536172127" sldId="267"/>
            <ac:spMk id="9" creationId="{52EAEBF5-1F35-CEE0-4D0A-A7ABA2DF6F8B}"/>
          </ac:spMkLst>
        </pc:spChg>
        <pc:spChg chg="add del">
          <ac:chgData name="颯太 上山" userId="66c6ba4e2021477f" providerId="LiveId" clId="{EBAC212E-148A-4341-8A6B-6A963C536666}" dt="2025-09-06T17:32:13.564" v="38" actId="11529"/>
          <ac:spMkLst>
            <pc:docMk/>
            <pc:sldMk cId="3536172127" sldId="267"/>
            <ac:spMk id="11" creationId="{91F914A1-6674-7853-41F5-D835AD4CDABF}"/>
          </ac:spMkLst>
        </pc:spChg>
        <pc:spChg chg="add del">
          <ac:chgData name="颯太 上山" userId="66c6ba4e2021477f" providerId="LiveId" clId="{EBAC212E-148A-4341-8A6B-6A963C536666}" dt="2025-09-07T06:30:11.875" v="467" actId="478"/>
          <ac:spMkLst>
            <pc:docMk/>
            <pc:sldMk cId="3536172127" sldId="267"/>
            <ac:spMk id="11" creationId="{C4EC06B1-ECD8-C486-6276-BFB81DA5AC51}"/>
          </ac:spMkLst>
        </pc:spChg>
        <pc:spChg chg="add del">
          <ac:chgData name="颯太 上山" userId="66c6ba4e2021477f" providerId="LiveId" clId="{EBAC212E-148A-4341-8A6B-6A963C536666}" dt="2025-09-06T17:32:13.196" v="36" actId="11529"/>
          <ac:spMkLst>
            <pc:docMk/>
            <pc:sldMk cId="3536172127" sldId="267"/>
            <ac:spMk id="13" creationId="{162A0D17-80B6-509C-B4FC-7D14674A5B75}"/>
          </ac:spMkLst>
        </pc:spChg>
        <pc:spChg chg="add del mod">
          <ac:chgData name="颯太 上山" userId="66c6ba4e2021477f" providerId="LiveId" clId="{EBAC212E-148A-4341-8A6B-6A963C536666}" dt="2025-09-07T06:30:05.691" v="464" actId="478"/>
          <ac:spMkLst>
            <pc:docMk/>
            <pc:sldMk cId="3536172127" sldId="267"/>
            <ac:spMk id="14" creationId="{C93A3A62-1A2B-9BE8-D874-6A2F8F7E0C46}"/>
          </ac:spMkLst>
        </pc:spChg>
        <pc:spChg chg="add del">
          <ac:chgData name="颯太 上山" userId="66c6ba4e2021477f" providerId="LiveId" clId="{EBAC212E-148A-4341-8A6B-6A963C536666}" dt="2025-09-07T06:30:07.316" v="465" actId="478"/>
          <ac:spMkLst>
            <pc:docMk/>
            <pc:sldMk cId="3536172127" sldId="267"/>
            <ac:spMk id="15" creationId="{854DE754-BB53-DDE8-D25C-3DEFD3EF3304}"/>
          </ac:spMkLst>
        </pc:spChg>
        <pc:spChg chg="add del">
          <ac:chgData name="颯太 上山" userId="66c6ba4e2021477f" providerId="LiveId" clId="{EBAC212E-148A-4341-8A6B-6A963C536666}" dt="2025-09-07T06:30:14.902" v="469" actId="478"/>
          <ac:spMkLst>
            <pc:docMk/>
            <pc:sldMk cId="3536172127" sldId="267"/>
            <ac:spMk id="16" creationId="{F7CA88DA-AFBB-E152-B967-99E039805DB4}"/>
          </ac:spMkLst>
        </pc:spChg>
        <pc:spChg chg="add del mod">
          <ac:chgData name="颯太 上山" userId="66c6ba4e2021477f" providerId="LiveId" clId="{EBAC212E-148A-4341-8A6B-6A963C536666}" dt="2025-09-07T06:30:13.492" v="468" actId="478"/>
          <ac:spMkLst>
            <pc:docMk/>
            <pc:sldMk cId="3536172127" sldId="267"/>
            <ac:spMk id="17" creationId="{B277614A-7CD9-0BC5-361A-1267DF33E4CE}"/>
          </ac:spMkLst>
        </pc:spChg>
        <pc:spChg chg="add del">
          <ac:chgData name="颯太 上山" userId="66c6ba4e2021477f" providerId="LiveId" clId="{EBAC212E-148A-4341-8A6B-6A963C536666}" dt="2025-09-06T17:32:31.119" v="50" actId="478"/>
          <ac:spMkLst>
            <pc:docMk/>
            <pc:sldMk cId="3536172127" sldId="267"/>
            <ac:spMk id="18" creationId="{17CEB879-C8B0-AB84-1034-B6B39203760C}"/>
          </ac:spMkLst>
        </pc:spChg>
        <pc:cxnChg chg="add del mod">
          <ac:chgData name="颯太 上山" userId="66c6ba4e2021477f" providerId="LiveId" clId="{EBAC212E-148A-4341-8A6B-6A963C536666}" dt="2025-09-07T06:30:40.985" v="474" actId="14100"/>
          <ac:cxnSpMkLst>
            <pc:docMk/>
            <pc:sldMk cId="3536172127" sldId="267"/>
            <ac:cxnSpMk id="19" creationId="{705E7E48-87CD-0D1A-FF26-8096E667E674}"/>
          </ac:cxnSpMkLst>
        </pc:cxnChg>
      </pc:sldChg>
      <pc:sldChg chg="addSp delSp modSp add del mod setBg delDesignElem">
        <pc:chgData name="颯太 上山" userId="66c6ba4e2021477f" providerId="LiveId" clId="{EBAC212E-148A-4341-8A6B-6A963C536666}" dt="2025-09-07T07:36:38.207" v="517" actId="2696"/>
        <pc:sldMkLst>
          <pc:docMk/>
          <pc:sldMk cId="4123743310" sldId="268"/>
        </pc:sldMkLst>
        <pc:spChg chg="mod">
          <ac:chgData name="颯太 上山" userId="66c6ba4e2021477f" providerId="LiveId" clId="{EBAC212E-148A-4341-8A6B-6A963C536666}" dt="2025-09-07T05:16:08.936" v="131" actId="20577"/>
          <ac:spMkLst>
            <pc:docMk/>
            <pc:sldMk cId="4123743310" sldId="268"/>
            <ac:spMk id="2" creationId="{0409792A-1659-21FE-1EB4-2A67B210F12D}"/>
          </ac:spMkLst>
        </pc:spChg>
        <pc:spChg chg="mod">
          <ac:chgData name="颯太 上山" userId="66c6ba4e2021477f" providerId="LiveId" clId="{EBAC212E-148A-4341-8A6B-6A963C536666}" dt="2025-09-07T05:16:37.499" v="238" actId="6549"/>
          <ac:spMkLst>
            <pc:docMk/>
            <pc:sldMk cId="4123743310" sldId="268"/>
            <ac:spMk id="3" creationId="{C28F798C-607A-7FAF-1243-A80818E0ADCF}"/>
          </ac:spMkLst>
        </pc:spChg>
        <pc:spChg chg="del">
          <ac:chgData name="颯太 上山" userId="66c6ba4e2021477f" providerId="LiveId" clId="{EBAC212E-148A-4341-8A6B-6A963C536666}" dt="2025-09-07T05:12:26.816" v="77"/>
          <ac:spMkLst>
            <pc:docMk/>
            <pc:sldMk cId="4123743310" sldId="268"/>
            <ac:spMk id="5" creationId="{0577FE3F-5C63-8020-01F1-FE626016C5B6}"/>
          </ac:spMkLst>
        </pc:spChg>
        <pc:spChg chg="del">
          <ac:chgData name="颯太 上山" userId="66c6ba4e2021477f" providerId="LiveId" clId="{EBAC212E-148A-4341-8A6B-6A963C536666}" dt="2025-09-07T05:12:26.816" v="77"/>
          <ac:spMkLst>
            <pc:docMk/>
            <pc:sldMk cId="4123743310" sldId="268"/>
            <ac:spMk id="6" creationId="{F7B067CE-AA86-9FBF-FC2F-E9DB23A68DF8}"/>
          </ac:spMkLst>
        </pc:spChg>
        <pc:spChg chg="del">
          <ac:chgData name="颯太 上山" userId="66c6ba4e2021477f" providerId="LiveId" clId="{EBAC212E-148A-4341-8A6B-6A963C536666}" dt="2025-09-07T05:12:26.816" v="77"/>
          <ac:spMkLst>
            <pc:docMk/>
            <pc:sldMk cId="4123743310" sldId="268"/>
            <ac:spMk id="7" creationId="{B86AA1E3-AE29-CA99-280F-5A620C23277E}"/>
          </ac:spMkLst>
        </pc:spChg>
        <pc:spChg chg="add del">
          <ac:chgData name="颯太 上山" userId="66c6ba4e2021477f" providerId="LiveId" clId="{EBAC212E-148A-4341-8A6B-6A963C536666}" dt="2025-09-07T05:14:29.133" v="97" actId="26606"/>
          <ac:spMkLst>
            <pc:docMk/>
            <pc:sldMk cId="4123743310" sldId="268"/>
            <ac:spMk id="8" creationId="{1B15ED52-F352-441B-82BF-E0EA34836D08}"/>
          </ac:spMkLst>
        </pc:spChg>
        <pc:spChg chg="add del">
          <ac:chgData name="颯太 上山" userId="66c6ba4e2021477f" providerId="LiveId" clId="{EBAC212E-148A-4341-8A6B-6A963C536666}" dt="2025-09-07T05:14:29.133" v="97" actId="26606"/>
          <ac:spMkLst>
            <pc:docMk/>
            <pc:sldMk cId="4123743310" sldId="268"/>
            <ac:spMk id="10" creationId="{3B2E3793-BFE6-45A2-9B7B-E18844431C99}"/>
          </ac:spMkLst>
        </pc:spChg>
        <pc:spChg chg="add del">
          <ac:chgData name="颯太 上山" userId="66c6ba4e2021477f" providerId="LiveId" clId="{EBAC212E-148A-4341-8A6B-6A963C536666}" dt="2025-09-07T05:14:29.133" v="97" actId="26606"/>
          <ac:spMkLst>
            <pc:docMk/>
            <pc:sldMk cId="4123743310" sldId="268"/>
            <ac:spMk id="12" creationId="{BC4C4868-CB8F-4AF9-9CDB-8108F2C19B67}"/>
          </ac:spMkLst>
        </pc:spChg>
        <pc:spChg chg="add del">
          <ac:chgData name="颯太 上山" userId="66c6ba4e2021477f" providerId="LiveId" clId="{EBAC212E-148A-4341-8A6B-6A963C536666}" dt="2025-09-07T05:14:29.133" v="97" actId="26606"/>
          <ac:spMkLst>
            <pc:docMk/>
            <pc:sldMk cId="4123743310" sldId="268"/>
            <ac:spMk id="14" creationId="{375E0459-6403-40CD-989D-56A4407CA12E}"/>
          </ac:spMkLst>
        </pc:spChg>
        <pc:spChg chg="add del">
          <ac:chgData name="颯太 上山" userId="66c6ba4e2021477f" providerId="LiveId" clId="{EBAC212E-148A-4341-8A6B-6A963C536666}" dt="2025-09-07T05:14:29.133" v="97" actId="26606"/>
          <ac:spMkLst>
            <pc:docMk/>
            <pc:sldMk cId="4123743310" sldId="268"/>
            <ac:spMk id="16" creationId="{53E5B1A8-3AC9-4BD1-9BBC-78CA94F2D1BA}"/>
          </ac:spMkLst>
        </pc:spChg>
        <pc:spChg chg="add">
          <ac:chgData name="颯太 上山" userId="66c6ba4e2021477f" providerId="LiveId" clId="{EBAC212E-148A-4341-8A6B-6A963C536666}" dt="2025-09-07T05:14:29.133" v="98" actId="26606"/>
          <ac:spMkLst>
            <pc:docMk/>
            <pc:sldMk cId="4123743310" sldId="268"/>
            <ac:spMk id="18" creationId="{70DFC902-7D23-471A-B557-B6B6917D7A0D}"/>
          </ac:spMkLst>
        </pc:spChg>
        <pc:spChg chg="add">
          <ac:chgData name="颯太 上山" userId="66c6ba4e2021477f" providerId="LiveId" clId="{EBAC212E-148A-4341-8A6B-6A963C536666}" dt="2025-09-07T05:14:29.133" v="98" actId="26606"/>
          <ac:spMkLst>
            <pc:docMk/>
            <pc:sldMk cId="4123743310" sldId="268"/>
            <ac:spMk id="19" creationId="{A55D5633-D557-4DCA-982C-FF36EB7A1C00}"/>
          </ac:spMkLst>
        </pc:spChg>
        <pc:spChg chg="add">
          <ac:chgData name="颯太 上山" userId="66c6ba4e2021477f" providerId="LiveId" clId="{EBAC212E-148A-4341-8A6B-6A963C536666}" dt="2025-09-07T05:14:29.133" v="98" actId="26606"/>
          <ac:spMkLst>
            <pc:docMk/>
            <pc:sldMk cId="4123743310" sldId="268"/>
            <ac:spMk id="20" creationId="{450D3AD2-FA80-415F-A9CE-54D884561CD7}"/>
          </ac:spMkLst>
        </pc:spChg>
      </pc:sldChg>
      <pc:sldChg chg="delSp add del setBg delDesignElem">
        <pc:chgData name="颯太 上山" userId="66c6ba4e2021477f" providerId="LiveId" clId="{EBAC212E-148A-4341-8A6B-6A963C536666}" dt="2025-09-07T05:14:48.197" v="104" actId="2696"/>
        <pc:sldMkLst>
          <pc:docMk/>
          <pc:sldMk cId="2838431003" sldId="269"/>
        </pc:sldMkLst>
        <pc:spChg chg="del">
          <ac:chgData name="颯太 上山" userId="66c6ba4e2021477f" providerId="LiveId" clId="{EBAC212E-148A-4341-8A6B-6A963C536666}" dt="2025-09-07T05:12:27.257" v="79"/>
          <ac:spMkLst>
            <pc:docMk/>
            <pc:sldMk cId="2838431003" sldId="269"/>
            <ac:spMk id="5" creationId="{8F83303B-9514-5E79-AEB6-28064F0A89F3}"/>
          </ac:spMkLst>
        </pc:spChg>
        <pc:spChg chg="del">
          <ac:chgData name="颯太 上山" userId="66c6ba4e2021477f" providerId="LiveId" clId="{EBAC212E-148A-4341-8A6B-6A963C536666}" dt="2025-09-07T05:12:27.257" v="79"/>
          <ac:spMkLst>
            <pc:docMk/>
            <pc:sldMk cId="2838431003" sldId="269"/>
            <ac:spMk id="6" creationId="{C0E714D3-9E0D-3783-B312-EBCC7DA76281}"/>
          </ac:spMkLst>
        </pc:spChg>
        <pc:spChg chg="del">
          <ac:chgData name="颯太 上山" userId="66c6ba4e2021477f" providerId="LiveId" clId="{EBAC212E-148A-4341-8A6B-6A963C536666}" dt="2025-09-07T05:12:27.257" v="79"/>
          <ac:spMkLst>
            <pc:docMk/>
            <pc:sldMk cId="2838431003" sldId="269"/>
            <ac:spMk id="7" creationId="{EE952004-4155-2A9D-017D-4658960B2126}"/>
          </ac:spMkLst>
        </pc:spChg>
      </pc:sldChg>
      <pc:sldChg chg="addSp delSp modSp add del mod setBg delDesignElem">
        <pc:chgData name="颯太 上山" userId="66c6ba4e2021477f" providerId="LiveId" clId="{EBAC212E-148A-4341-8A6B-6A963C536666}" dt="2025-09-07T21:15:28.589" v="2926" actId="2696"/>
        <pc:sldMkLst>
          <pc:docMk/>
          <pc:sldMk cId="746556897" sldId="270"/>
        </pc:sldMkLst>
        <pc:spChg chg="mod">
          <ac:chgData name="颯太 上山" userId="66c6ba4e2021477f" providerId="LiveId" clId="{EBAC212E-148A-4341-8A6B-6A963C536666}" dt="2025-09-07T05:17:03.214" v="253" actId="20577"/>
          <ac:spMkLst>
            <pc:docMk/>
            <pc:sldMk cId="746556897" sldId="270"/>
            <ac:spMk id="2" creationId="{A17004F3-A2CF-2242-1855-89EB816DBFD4}"/>
          </ac:spMkLst>
        </pc:spChg>
        <pc:spChg chg="mod">
          <ac:chgData name="颯太 上山" userId="66c6ba4e2021477f" providerId="LiveId" clId="{EBAC212E-148A-4341-8A6B-6A963C536666}" dt="2025-09-07T21:07:22.338" v="2575" actId="20577"/>
          <ac:spMkLst>
            <pc:docMk/>
            <pc:sldMk cId="746556897" sldId="270"/>
            <ac:spMk id="3" creationId="{A237EFBD-F3D2-4BB6-7A67-16FDAD26A815}"/>
          </ac:spMkLst>
        </pc:spChg>
        <pc:spChg chg="add">
          <ac:chgData name="颯太 上山" userId="66c6ba4e2021477f" providerId="LiveId" clId="{EBAC212E-148A-4341-8A6B-6A963C536666}" dt="2025-09-07T05:14:53.597" v="105" actId="26606"/>
          <ac:spMkLst>
            <pc:docMk/>
            <pc:sldMk cId="746556897" sldId="270"/>
            <ac:spMk id="8" creationId="{70DFC902-7D23-471A-B557-B6B6917D7A0D}"/>
          </ac:spMkLst>
        </pc:spChg>
        <pc:spChg chg="add">
          <ac:chgData name="颯太 上山" userId="66c6ba4e2021477f" providerId="LiveId" clId="{EBAC212E-148A-4341-8A6B-6A963C536666}" dt="2025-09-07T05:14:53.597" v="105" actId="26606"/>
          <ac:spMkLst>
            <pc:docMk/>
            <pc:sldMk cId="746556897" sldId="270"/>
            <ac:spMk id="10" creationId="{A55D5633-D557-4DCA-982C-FF36EB7A1C00}"/>
          </ac:spMkLst>
        </pc:spChg>
        <pc:spChg chg="add">
          <ac:chgData name="颯太 上山" userId="66c6ba4e2021477f" providerId="LiveId" clId="{EBAC212E-148A-4341-8A6B-6A963C536666}" dt="2025-09-07T05:14:53.597" v="105" actId="26606"/>
          <ac:spMkLst>
            <pc:docMk/>
            <pc:sldMk cId="746556897" sldId="270"/>
            <ac:spMk id="12" creationId="{450D3AD2-FA80-415F-A9CE-54D884561CD7}"/>
          </ac:spMkLst>
        </pc:spChg>
        <pc:spChg chg="del">
          <ac:chgData name="颯太 上山" userId="66c6ba4e2021477f" providerId="LiveId" clId="{EBAC212E-148A-4341-8A6B-6A963C536666}" dt="2025-09-07T05:14:40.165" v="103"/>
          <ac:spMkLst>
            <pc:docMk/>
            <pc:sldMk cId="746556897" sldId="270"/>
            <ac:spMk id="18" creationId="{BA0865B6-E80C-A480-A583-311F5FDF66D5}"/>
          </ac:spMkLst>
        </pc:spChg>
        <pc:spChg chg="del">
          <ac:chgData name="颯太 上山" userId="66c6ba4e2021477f" providerId="LiveId" clId="{EBAC212E-148A-4341-8A6B-6A963C536666}" dt="2025-09-07T05:14:40.165" v="103"/>
          <ac:spMkLst>
            <pc:docMk/>
            <pc:sldMk cId="746556897" sldId="270"/>
            <ac:spMk id="19" creationId="{C9E9FF4B-2E51-14DF-B13D-2A5954C378E3}"/>
          </ac:spMkLst>
        </pc:spChg>
        <pc:spChg chg="del">
          <ac:chgData name="颯太 上山" userId="66c6ba4e2021477f" providerId="LiveId" clId="{EBAC212E-148A-4341-8A6B-6A963C536666}" dt="2025-09-07T05:14:40.165" v="103"/>
          <ac:spMkLst>
            <pc:docMk/>
            <pc:sldMk cId="746556897" sldId="270"/>
            <ac:spMk id="20" creationId="{5B635508-3838-9481-B142-363CD2E48F88}"/>
          </ac:spMkLst>
        </pc:spChg>
      </pc:sldChg>
      <pc:sldChg chg="addSp delSp modSp new mod ord setBg modNotesTx">
        <pc:chgData name="颯太 上山" userId="66c6ba4e2021477f" providerId="LiveId" clId="{EBAC212E-148A-4341-8A6B-6A963C536666}" dt="2025-09-07T21:35:29.238" v="4117" actId="20577"/>
        <pc:sldMkLst>
          <pc:docMk/>
          <pc:sldMk cId="354261478" sldId="271"/>
        </pc:sldMkLst>
        <pc:spChg chg="mod">
          <ac:chgData name="颯太 上山" userId="66c6ba4e2021477f" providerId="LiveId" clId="{EBAC212E-148A-4341-8A6B-6A963C536666}" dt="2025-09-07T07:37:47.624" v="533" actId="20577"/>
          <ac:spMkLst>
            <pc:docMk/>
            <pc:sldMk cId="354261478" sldId="271"/>
            <ac:spMk id="2" creationId="{9000D217-05D3-18D2-6A9F-197EC1ABB584}"/>
          </ac:spMkLst>
        </pc:spChg>
        <pc:spChg chg="add del mod">
          <ac:chgData name="颯太 上山" userId="66c6ba4e2021477f" providerId="LiveId" clId="{EBAC212E-148A-4341-8A6B-6A963C536666}" dt="2025-09-07T21:29:56.045" v="3859" actId="20577"/>
          <ac:spMkLst>
            <pc:docMk/>
            <pc:sldMk cId="354261478" sldId="271"/>
            <ac:spMk id="3" creationId="{35AF9F75-B91E-A483-4CC1-54CAE0B8889A}"/>
          </ac:spMkLst>
        </pc:spChg>
        <pc:spChg chg="add del mod">
          <ac:chgData name="颯太 上山" userId="66c6ba4e2021477f" providerId="LiveId" clId="{EBAC212E-148A-4341-8A6B-6A963C536666}" dt="2025-09-07T07:40:30.403" v="553" actId="21"/>
          <ac:spMkLst>
            <pc:docMk/>
            <pc:sldMk cId="354261478" sldId="271"/>
            <ac:spMk id="6" creationId="{7B738554-D2DF-7293-70F2-A033DF850B3D}"/>
          </ac:spMkLst>
        </pc:spChg>
        <pc:spChg chg="add">
          <ac:chgData name="颯太 上山" userId="66c6ba4e2021477f" providerId="LiveId" clId="{EBAC212E-148A-4341-8A6B-6A963C536666}" dt="2025-09-07T05:21:12.925" v="396" actId="26606"/>
          <ac:spMkLst>
            <pc:docMk/>
            <pc:sldMk cId="354261478" sldId="271"/>
            <ac:spMk id="8" creationId="{70DFC902-7D23-471A-B557-B6B6917D7A0D}"/>
          </ac:spMkLst>
        </pc:spChg>
        <pc:spChg chg="add del mod">
          <ac:chgData name="颯太 上山" userId="66c6ba4e2021477f" providerId="LiveId" clId="{EBAC212E-148A-4341-8A6B-6A963C536666}" dt="2025-09-07T05:33:08.992" v="449" actId="478"/>
          <ac:spMkLst>
            <pc:docMk/>
            <pc:sldMk cId="354261478" sldId="271"/>
            <ac:spMk id="9" creationId="{1E275D1C-08DB-DF65-D092-87F0D4B5BFC8}"/>
          </ac:spMkLst>
        </pc:spChg>
        <pc:spChg chg="add del mod">
          <ac:chgData name="颯太 上山" userId="66c6ba4e2021477f" providerId="LiveId" clId="{EBAC212E-148A-4341-8A6B-6A963C536666}" dt="2025-09-07T07:40:39.622" v="554" actId="21"/>
          <ac:spMkLst>
            <pc:docMk/>
            <pc:sldMk cId="354261478" sldId="271"/>
            <ac:spMk id="9" creationId="{660D1736-2F36-C7F2-DE64-7578F19C7AF8}"/>
          </ac:spMkLst>
        </pc:spChg>
        <pc:spChg chg="add">
          <ac:chgData name="颯太 上山" userId="66c6ba4e2021477f" providerId="LiveId" clId="{EBAC212E-148A-4341-8A6B-6A963C536666}" dt="2025-09-07T05:21:12.925" v="396" actId="26606"/>
          <ac:spMkLst>
            <pc:docMk/>
            <pc:sldMk cId="354261478" sldId="271"/>
            <ac:spMk id="10" creationId="{A55D5633-D557-4DCA-982C-FF36EB7A1C00}"/>
          </ac:spMkLst>
        </pc:spChg>
        <pc:spChg chg="add del mod">
          <ac:chgData name="颯太 上山" userId="66c6ba4e2021477f" providerId="LiveId" clId="{EBAC212E-148A-4341-8A6B-6A963C536666}" dt="2025-09-07T05:33:07.653" v="448" actId="478"/>
          <ac:spMkLst>
            <pc:docMk/>
            <pc:sldMk cId="354261478" sldId="271"/>
            <ac:spMk id="11" creationId="{238D3ADD-7081-4A4B-A62E-F5C53F126FEC}"/>
          </ac:spMkLst>
        </pc:spChg>
        <pc:spChg chg="add mod">
          <ac:chgData name="颯太 上山" userId="66c6ba4e2021477f" providerId="LiveId" clId="{EBAC212E-148A-4341-8A6B-6A963C536666}" dt="2025-09-07T18:33:18.757" v="817" actId="1076"/>
          <ac:spMkLst>
            <pc:docMk/>
            <pc:sldMk cId="354261478" sldId="271"/>
            <ac:spMk id="11" creationId="{A69ADEA4-0BC4-BDAE-D69A-4538FF6BA36E}"/>
          </ac:spMkLst>
        </pc:spChg>
        <pc:spChg chg="add">
          <ac:chgData name="颯太 上山" userId="66c6ba4e2021477f" providerId="LiveId" clId="{EBAC212E-148A-4341-8A6B-6A963C536666}" dt="2025-09-07T05:21:12.925" v="396" actId="26606"/>
          <ac:spMkLst>
            <pc:docMk/>
            <pc:sldMk cId="354261478" sldId="271"/>
            <ac:spMk id="12" creationId="{450D3AD2-FA80-415F-A9CE-54D884561CD7}"/>
          </ac:spMkLst>
        </pc:spChg>
        <pc:spChg chg="add del mod">
          <ac:chgData name="颯太 上山" userId="66c6ba4e2021477f" providerId="LiveId" clId="{EBAC212E-148A-4341-8A6B-6A963C536666}" dt="2025-09-07T05:33:10.329" v="450" actId="478"/>
          <ac:spMkLst>
            <pc:docMk/>
            <pc:sldMk cId="354261478" sldId="271"/>
            <ac:spMk id="13" creationId="{5CA1C983-5140-0E2C-3FE3-A9EA282791B1}"/>
          </ac:spMkLst>
        </pc:spChg>
        <pc:spChg chg="add mod">
          <ac:chgData name="颯太 上山" userId="66c6ba4e2021477f" providerId="LiveId" clId="{EBAC212E-148A-4341-8A6B-6A963C536666}" dt="2025-09-07T18:33:27.522" v="819" actId="1076"/>
          <ac:spMkLst>
            <pc:docMk/>
            <pc:sldMk cId="354261478" sldId="271"/>
            <ac:spMk id="13" creationId="{AFE5193F-BCA7-D522-BE91-BBC95ED0B06E}"/>
          </ac:spMkLst>
        </pc:spChg>
        <pc:spChg chg="add del mod">
          <ac:chgData name="颯太 上山" userId="66c6ba4e2021477f" providerId="LiveId" clId="{EBAC212E-148A-4341-8A6B-6A963C536666}" dt="2025-09-07T05:33:06.316" v="447" actId="478"/>
          <ac:spMkLst>
            <pc:docMk/>
            <pc:sldMk cId="354261478" sldId="271"/>
            <ac:spMk id="14" creationId="{9BE5C713-D065-E922-41C3-CFEDDE7DF08A}"/>
          </ac:spMkLst>
        </pc:spChg>
        <pc:spChg chg="add mod">
          <ac:chgData name="颯太 上山" userId="66c6ba4e2021477f" providerId="LiveId" clId="{EBAC212E-148A-4341-8A6B-6A963C536666}" dt="2025-09-07T18:33:33.052" v="821" actId="1076"/>
          <ac:spMkLst>
            <pc:docMk/>
            <pc:sldMk cId="354261478" sldId="271"/>
            <ac:spMk id="14" creationId="{AD46DAEB-2F69-CA00-CE55-30A1A8FD35FD}"/>
          </ac:spMkLst>
        </pc:spChg>
        <pc:spChg chg="add mod">
          <ac:chgData name="颯太 上山" userId="66c6ba4e2021477f" providerId="LiveId" clId="{EBAC212E-148A-4341-8A6B-6A963C536666}" dt="2025-09-07T18:33:39.631" v="823" actId="1076"/>
          <ac:spMkLst>
            <pc:docMk/>
            <pc:sldMk cId="354261478" sldId="271"/>
            <ac:spMk id="15" creationId="{7D02D7DA-651D-C3C0-F8DF-6D5A1663C84A}"/>
          </ac:spMkLst>
        </pc:spChg>
        <pc:spChg chg="add mod">
          <ac:chgData name="颯太 上山" userId="66c6ba4e2021477f" providerId="LiveId" clId="{EBAC212E-148A-4341-8A6B-6A963C536666}" dt="2025-09-07T18:34:26.154" v="835" actId="207"/>
          <ac:spMkLst>
            <pc:docMk/>
            <pc:sldMk cId="354261478" sldId="271"/>
            <ac:spMk id="16" creationId="{EAFA6F66-692F-D71E-DBF9-0BF1DC9DC2B7}"/>
          </ac:spMkLst>
        </pc:spChg>
        <pc:spChg chg="add mod">
          <ac:chgData name="颯太 上山" userId="66c6ba4e2021477f" providerId="LiveId" clId="{EBAC212E-148A-4341-8A6B-6A963C536666}" dt="2025-09-07T18:38:01.206" v="912" actId="1076"/>
          <ac:spMkLst>
            <pc:docMk/>
            <pc:sldMk cId="354261478" sldId="271"/>
            <ac:spMk id="35" creationId="{E11F38DB-0C1F-DB07-68D1-64985A161B1C}"/>
          </ac:spMkLst>
        </pc:spChg>
        <pc:spChg chg="add mod">
          <ac:chgData name="颯太 上山" userId="66c6ba4e2021477f" providerId="LiveId" clId="{EBAC212E-148A-4341-8A6B-6A963C536666}" dt="2025-09-07T18:38:13.573" v="913" actId="1076"/>
          <ac:spMkLst>
            <pc:docMk/>
            <pc:sldMk cId="354261478" sldId="271"/>
            <ac:spMk id="37" creationId="{0DE91EBA-4901-ED93-F340-6055A7B3601C}"/>
          </ac:spMkLst>
        </pc:spChg>
        <pc:picChg chg="add del mod">
          <ac:chgData name="颯太 上山" userId="66c6ba4e2021477f" providerId="LiveId" clId="{EBAC212E-148A-4341-8A6B-6A963C536666}" dt="2025-09-07T07:40:41.595" v="555" actId="21"/>
          <ac:picMkLst>
            <pc:docMk/>
            <pc:sldMk cId="354261478" sldId="271"/>
            <ac:picMk id="4" creationId="{DFB85A5C-D5E9-C1CF-5A0A-CCD2FD104EE8}"/>
          </ac:picMkLst>
        </pc:picChg>
        <pc:picChg chg="add mod">
          <ac:chgData name="颯太 上山" userId="66c6ba4e2021477f" providerId="LiveId" clId="{EBAC212E-148A-4341-8A6B-6A963C536666}" dt="2025-09-07T05:22:34.807" v="401" actId="931"/>
          <ac:picMkLst>
            <pc:docMk/>
            <pc:sldMk cId="354261478" sldId="271"/>
            <ac:picMk id="5" creationId="{0576AC18-C225-6857-BE91-411574477B57}"/>
          </ac:picMkLst>
        </pc:picChg>
        <pc:picChg chg="add del mod">
          <ac:chgData name="颯太 上山" userId="66c6ba4e2021477f" providerId="LiveId" clId="{EBAC212E-148A-4341-8A6B-6A963C536666}" dt="2025-09-07T07:40:20.150" v="550" actId="478"/>
          <ac:picMkLst>
            <pc:docMk/>
            <pc:sldMk cId="354261478" sldId="271"/>
            <ac:picMk id="5" creationId="{70433A36-644A-3100-0DC6-1E0EA09239AB}"/>
          </ac:picMkLst>
        </pc:picChg>
        <pc:picChg chg="add mod">
          <ac:chgData name="颯太 上山" userId="66c6ba4e2021477f" providerId="LiveId" clId="{EBAC212E-148A-4341-8A6B-6A963C536666}" dt="2025-09-07T05:31:54.899" v="436" actId="1076"/>
          <ac:picMkLst>
            <pc:docMk/>
            <pc:sldMk cId="354261478" sldId="271"/>
            <ac:picMk id="7" creationId="{1ECE45B7-94F0-7603-416C-CC6595078099}"/>
          </ac:picMkLst>
        </pc:picChg>
        <pc:cxnChg chg="add mod">
          <ac:chgData name="颯太 上山" userId="66c6ba4e2021477f" providerId="LiveId" clId="{EBAC212E-148A-4341-8A6B-6A963C536666}" dt="2025-09-07T18:37:51.956" v="911" actId="14100"/>
          <ac:cxnSpMkLst>
            <pc:docMk/>
            <pc:sldMk cId="354261478" sldId="271"/>
            <ac:cxnSpMk id="18" creationId="{4F42FE8E-B2FD-C31F-660F-D826B694865B}"/>
          </ac:cxnSpMkLst>
        </pc:cxnChg>
        <pc:cxnChg chg="add mod">
          <ac:chgData name="颯太 上山" userId="66c6ba4e2021477f" providerId="LiveId" clId="{EBAC212E-148A-4341-8A6B-6A963C536666}" dt="2025-09-07T18:37:41.497" v="908" actId="14100"/>
          <ac:cxnSpMkLst>
            <pc:docMk/>
            <pc:sldMk cId="354261478" sldId="271"/>
            <ac:cxnSpMk id="20" creationId="{1E00B778-CEC9-1EA0-5F7E-153060649A45}"/>
          </ac:cxnSpMkLst>
        </pc:cxnChg>
        <pc:cxnChg chg="add mod">
          <ac:chgData name="颯太 上山" userId="66c6ba4e2021477f" providerId="LiveId" clId="{EBAC212E-148A-4341-8A6B-6A963C536666}" dt="2025-09-07T18:37:48.619" v="910" actId="14100"/>
          <ac:cxnSpMkLst>
            <pc:docMk/>
            <pc:sldMk cId="354261478" sldId="271"/>
            <ac:cxnSpMk id="24" creationId="{D65195B4-BB04-DBA9-6CB5-F2FC1609F99F}"/>
          </ac:cxnSpMkLst>
        </pc:cxnChg>
        <pc:cxnChg chg="add mod">
          <ac:chgData name="颯太 上山" userId="66c6ba4e2021477f" providerId="LiveId" clId="{EBAC212E-148A-4341-8A6B-6A963C536666}" dt="2025-09-07T18:37:45.097" v="909" actId="14100"/>
          <ac:cxnSpMkLst>
            <pc:docMk/>
            <pc:sldMk cId="354261478" sldId="271"/>
            <ac:cxnSpMk id="28" creationId="{DDC05960-DE7B-7C30-E462-642BDCFAE3CE}"/>
          </ac:cxnSpMkLst>
        </pc:cxnChg>
        <pc:cxnChg chg="add mod">
          <ac:chgData name="颯太 上山" userId="66c6ba4e2021477f" providerId="LiveId" clId="{EBAC212E-148A-4341-8A6B-6A963C536666}" dt="2025-09-07T18:36:53.476" v="883"/>
          <ac:cxnSpMkLst>
            <pc:docMk/>
            <pc:sldMk cId="354261478" sldId="271"/>
            <ac:cxnSpMk id="36" creationId="{BA44B7E5-BD30-B43B-4294-05332730F7F0}"/>
          </ac:cxnSpMkLst>
        </pc:cxnChg>
        <pc:cxnChg chg="add mod">
          <ac:chgData name="颯太 上山" userId="66c6ba4e2021477f" providerId="LiveId" clId="{EBAC212E-148A-4341-8A6B-6A963C536666}" dt="2025-09-07T18:41:46.441" v="916" actId="14100"/>
          <ac:cxnSpMkLst>
            <pc:docMk/>
            <pc:sldMk cId="354261478" sldId="271"/>
            <ac:cxnSpMk id="47" creationId="{0B3DCADC-C204-8549-9016-89BE4B434AAE}"/>
          </ac:cxnSpMkLst>
        </pc:cxnChg>
      </pc:sldChg>
      <pc:sldChg chg="addSp modSp new mod setBg modNotesTx">
        <pc:chgData name="颯太 上山" userId="66c6ba4e2021477f" providerId="LiveId" clId="{EBAC212E-148A-4341-8A6B-6A963C536666}" dt="2025-09-07T23:32:44.128" v="6096" actId="114"/>
        <pc:sldMkLst>
          <pc:docMk/>
          <pc:sldMk cId="3807060470" sldId="272"/>
        </pc:sldMkLst>
        <pc:spChg chg="mod">
          <ac:chgData name="颯太 上山" userId="66c6ba4e2021477f" providerId="LiveId" clId="{EBAC212E-148A-4341-8A6B-6A963C536666}" dt="2025-09-07T20:22:36.852" v="1629" actId="113"/>
          <ac:spMkLst>
            <pc:docMk/>
            <pc:sldMk cId="3807060470" sldId="272"/>
            <ac:spMk id="2" creationId="{37D81149-B6E2-5CF9-0E3B-78D4C08B1CC9}"/>
          </ac:spMkLst>
        </pc:spChg>
        <pc:spChg chg="mod">
          <ac:chgData name="颯太 上山" userId="66c6ba4e2021477f" providerId="LiveId" clId="{EBAC212E-148A-4341-8A6B-6A963C536666}" dt="2025-09-07T23:32:44.128" v="6096" actId="114"/>
          <ac:spMkLst>
            <pc:docMk/>
            <pc:sldMk cId="3807060470" sldId="272"/>
            <ac:spMk id="3" creationId="{94491C60-8E7D-9E74-3C13-98C1EDCA6F97}"/>
          </ac:spMkLst>
        </pc:spChg>
        <pc:spChg chg="add">
          <ac:chgData name="颯太 上山" userId="66c6ba4e2021477f" providerId="LiveId" clId="{EBAC212E-148A-4341-8A6B-6A963C536666}" dt="2025-09-07T20:43:04.496" v="1937"/>
          <ac:spMkLst>
            <pc:docMk/>
            <pc:sldMk cId="3807060470" sldId="272"/>
            <ac:spMk id="4" creationId="{983F49C1-3D0E-AA06-536F-1E1B49502EF1}"/>
          </ac:spMkLst>
        </pc:spChg>
        <pc:spChg chg="add">
          <ac:chgData name="颯太 上山" userId="66c6ba4e2021477f" providerId="LiveId" clId="{EBAC212E-148A-4341-8A6B-6A963C536666}" dt="2025-09-07T20:21:57.237" v="1610" actId="26606"/>
          <ac:spMkLst>
            <pc:docMk/>
            <pc:sldMk cId="3807060470" sldId="272"/>
            <ac:spMk id="8" creationId="{70DFC902-7D23-471A-B557-B6B6917D7A0D}"/>
          </ac:spMkLst>
        </pc:spChg>
        <pc:spChg chg="add">
          <ac:chgData name="颯太 上山" userId="66c6ba4e2021477f" providerId="LiveId" clId="{EBAC212E-148A-4341-8A6B-6A963C536666}" dt="2025-09-07T20:21:57.237" v="1610" actId="26606"/>
          <ac:spMkLst>
            <pc:docMk/>
            <pc:sldMk cId="3807060470" sldId="272"/>
            <ac:spMk id="10" creationId="{A55D5633-D557-4DCA-982C-FF36EB7A1C00}"/>
          </ac:spMkLst>
        </pc:spChg>
        <pc:spChg chg="add">
          <ac:chgData name="颯太 上山" userId="66c6ba4e2021477f" providerId="LiveId" clId="{EBAC212E-148A-4341-8A6B-6A963C536666}" dt="2025-09-07T20:21:57.237" v="1610" actId="26606"/>
          <ac:spMkLst>
            <pc:docMk/>
            <pc:sldMk cId="3807060470" sldId="272"/>
            <ac:spMk id="12" creationId="{450D3AD2-FA80-415F-A9CE-54D884561CD7}"/>
          </ac:spMkLst>
        </pc:spChg>
        <pc:picChg chg="add">
          <ac:chgData name="颯太 上山" userId="66c6ba4e2021477f" providerId="LiveId" clId="{EBAC212E-148A-4341-8A6B-6A963C536666}" dt="2025-09-07T20:43:04.496" v="1937"/>
          <ac:picMkLst>
            <pc:docMk/>
            <pc:sldMk cId="3807060470" sldId="272"/>
            <ac:picMk id="1026" creationId="{80C40116-52CC-FC27-2775-5D8DE0671040}"/>
          </ac:picMkLst>
        </pc:picChg>
        <pc:picChg chg="add">
          <ac:chgData name="颯太 上山" userId="66c6ba4e2021477f" providerId="LiveId" clId="{EBAC212E-148A-4341-8A6B-6A963C536666}" dt="2025-09-07T20:43:04.496" v="1937"/>
          <ac:picMkLst>
            <pc:docMk/>
            <pc:sldMk cId="3807060470" sldId="272"/>
            <ac:picMk id="1027" creationId="{5FE8FC67-A1B7-F89A-5BF1-C08C296DC1F7}"/>
          </ac:picMkLst>
        </pc:picChg>
      </pc:sldChg>
      <pc:sldChg chg="new del">
        <pc:chgData name="颯太 上山" userId="66c6ba4e2021477f" providerId="LiveId" clId="{EBAC212E-148A-4341-8A6B-6A963C536666}" dt="2025-09-07T23:34:46.901" v="6098" actId="2696"/>
        <pc:sldMkLst>
          <pc:docMk/>
          <pc:sldMk cId="1114008048" sldId="273"/>
        </pc:sldMkLst>
      </pc:sldChg>
      <pc:sldChg chg="addSp modSp new del mod setBg">
        <pc:chgData name="颯太 上山" userId="66c6ba4e2021477f" providerId="LiveId" clId="{EBAC212E-148A-4341-8A6B-6A963C536666}" dt="2025-09-07T23:34:44.223" v="6097" actId="2696"/>
        <pc:sldMkLst>
          <pc:docMk/>
          <pc:sldMk cId="2704587839" sldId="274"/>
        </pc:sldMkLst>
        <pc:spChg chg="mod">
          <ac:chgData name="颯太 上山" userId="66c6ba4e2021477f" providerId="LiveId" clId="{EBAC212E-148A-4341-8A6B-6A963C536666}" dt="2025-09-07T23:22:12.664" v="5913" actId="26606"/>
          <ac:spMkLst>
            <pc:docMk/>
            <pc:sldMk cId="2704587839" sldId="274"/>
            <ac:spMk id="2" creationId="{FE2FB10C-4CEE-D1CC-2498-5752E5C92F87}"/>
          </ac:spMkLst>
        </pc:spChg>
        <pc:spChg chg="mod">
          <ac:chgData name="颯太 上山" userId="66c6ba4e2021477f" providerId="LiveId" clId="{EBAC212E-148A-4341-8A6B-6A963C536666}" dt="2025-09-07T23:22:12.664" v="5913" actId="26606"/>
          <ac:spMkLst>
            <pc:docMk/>
            <pc:sldMk cId="2704587839" sldId="274"/>
            <ac:spMk id="3" creationId="{10C453BE-1339-2372-B9C4-4A0C78E0E663}"/>
          </ac:spMkLst>
        </pc:spChg>
        <pc:spChg chg="add">
          <ac:chgData name="颯太 上山" userId="66c6ba4e2021477f" providerId="LiveId" clId="{EBAC212E-148A-4341-8A6B-6A963C536666}" dt="2025-09-07T23:22:12.664" v="5913" actId="26606"/>
          <ac:spMkLst>
            <pc:docMk/>
            <pc:sldMk cId="2704587839" sldId="274"/>
            <ac:spMk id="8" creationId="{70DFC902-7D23-471A-B557-B6B6917D7A0D}"/>
          </ac:spMkLst>
        </pc:spChg>
        <pc:spChg chg="add">
          <ac:chgData name="颯太 上山" userId="66c6ba4e2021477f" providerId="LiveId" clId="{EBAC212E-148A-4341-8A6B-6A963C536666}" dt="2025-09-07T23:22:12.664" v="5913" actId="26606"/>
          <ac:spMkLst>
            <pc:docMk/>
            <pc:sldMk cId="2704587839" sldId="274"/>
            <ac:spMk id="10" creationId="{A55D5633-D557-4DCA-982C-FF36EB7A1C00}"/>
          </ac:spMkLst>
        </pc:spChg>
        <pc:spChg chg="add">
          <ac:chgData name="颯太 上山" userId="66c6ba4e2021477f" providerId="LiveId" clId="{EBAC212E-148A-4341-8A6B-6A963C536666}" dt="2025-09-07T23:22:12.664" v="5913" actId="26606"/>
          <ac:spMkLst>
            <pc:docMk/>
            <pc:sldMk cId="2704587839" sldId="274"/>
            <ac:spMk id="12" creationId="{450D3AD2-FA80-415F-A9CE-54D884561CD7}"/>
          </ac:spMkLst>
        </pc:spChg>
      </pc:sldChg>
      <pc:sldChg chg="new del">
        <pc:chgData name="颯太 上山" userId="66c6ba4e2021477f" providerId="LiveId" clId="{EBAC212E-148A-4341-8A6B-6A963C536666}" dt="2025-09-07T23:25:38.352" v="6090" actId="680"/>
        <pc:sldMkLst>
          <pc:docMk/>
          <pc:sldMk cId="2781114070" sldId="275"/>
        </pc:sldMkLst>
      </pc:sldChg>
      <pc:sldChg chg="new del">
        <pc:chgData name="颯太 上山" userId="66c6ba4e2021477f" providerId="LiveId" clId="{EBAC212E-148A-4341-8A6B-6A963C536666}" dt="2025-09-07T23:25:37.951" v="6089" actId="680"/>
        <pc:sldMkLst>
          <pc:docMk/>
          <pc:sldMk cId="2004185846"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87DB18-3589-407F-B440-41AFE1775EB1}" type="datetimeFigureOut">
              <a:rPr kumimoji="1" lang="ja-JP" altLang="en-US" smtClean="0"/>
              <a:t>2025/9/8</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DE95DD-2882-4F58-BB4A-8E5CBB19F1E2}" type="slidenum">
              <a:rPr kumimoji="1" lang="ja-JP" altLang="en-US" smtClean="0"/>
              <a:t>‹#›</a:t>
            </a:fld>
            <a:endParaRPr kumimoji="1" lang="ja-JP" altLang="en-US"/>
          </a:p>
        </p:txBody>
      </p:sp>
    </p:spTree>
    <p:extLst>
      <p:ext uri="{BB962C8B-B14F-4D97-AF65-F5344CB8AC3E}">
        <p14:creationId xmlns:p14="http://schemas.microsoft.com/office/powerpoint/2010/main" val="23215016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n-lt"/>
                <a:ea typeface="+mn-ea"/>
                <a:cs typeface="+mn-cs"/>
              </a:rPr>
              <a:t>-</a:t>
            </a:r>
            <a:r>
              <a:rPr kumimoji="1" lang="ja-JP" altLang="en-US" sz="1200" b="0" kern="1200" dirty="0">
                <a:solidFill>
                  <a:schemeClr val="tx1"/>
                </a:solidFill>
                <a:effectLst/>
                <a:latin typeface="+mn-lt"/>
                <a:ea typeface="+mn-ea"/>
                <a:cs typeface="+mn-cs"/>
              </a:rPr>
              <a:t> 塗木研究室の上山です。「リアルタイム音響フィードバックを用いた車いす推進技能学習の効果検証」というテーマで発表させていただきます。</a:t>
            </a: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1</a:t>
            </a:fld>
            <a:endParaRPr kumimoji="1" lang="ja-JP" altLang="en-US"/>
          </a:p>
        </p:txBody>
      </p:sp>
    </p:spTree>
    <p:extLst>
      <p:ext uri="{BB962C8B-B14F-4D97-AF65-F5344CB8AC3E}">
        <p14:creationId xmlns:p14="http://schemas.microsoft.com/office/powerpoint/2010/main" val="1953255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kern="1200" dirty="0">
                <a:solidFill>
                  <a:schemeClr val="tx1"/>
                </a:solidFill>
                <a:effectLst/>
                <a:latin typeface="+mn-lt"/>
                <a:ea typeface="+mn-ea"/>
                <a:cs typeface="+mn-cs"/>
              </a:rPr>
              <a:t>- </a:t>
            </a:r>
            <a:r>
              <a:rPr kumimoji="1" lang="ja-JP" altLang="en-US" sz="1200" b="0" kern="1200" dirty="0">
                <a:solidFill>
                  <a:schemeClr val="tx1"/>
                </a:solidFill>
                <a:effectLst/>
                <a:latin typeface="+mn-lt"/>
                <a:ea typeface="+mn-ea"/>
                <a:cs typeface="+mn-cs"/>
              </a:rPr>
              <a:t>研究背景です。手動車いすは、運動機能障害を持つ人々にとって不可欠な移動手段ですが、非効率な推進技術は肩や手首への過度な負担を招き、二次的な障害のリスクを高めます。</a:t>
            </a:r>
          </a:p>
          <a:p>
            <a:r>
              <a:rPr kumimoji="1" lang="en-US" altLang="ja-JP" sz="1200" b="0" kern="1200" dirty="0">
                <a:solidFill>
                  <a:schemeClr val="tx1"/>
                </a:solidFill>
                <a:effectLst/>
                <a:latin typeface="+mn-lt"/>
                <a:ea typeface="+mn-ea"/>
                <a:cs typeface="+mn-cs"/>
              </a:rPr>
              <a:t>-</a:t>
            </a:r>
            <a:r>
              <a:rPr kumimoji="1" lang="ja-JP" altLang="en-US" sz="1200" b="0" kern="1200" dirty="0">
                <a:solidFill>
                  <a:schemeClr val="tx1"/>
                </a:solidFill>
                <a:effectLst/>
                <a:latin typeface="+mn-lt"/>
                <a:ea typeface="+mn-ea"/>
                <a:cs typeface="+mn-cs"/>
              </a:rPr>
              <a:t> 複数の先行研究により、一回の推進で長く力を加える「長い接触角」、過度な繰り返しを避ける「低いプッシュ頻度」、「左右の推進力の対称性」などが、推進効率の向上と傷害予防の鍵となることが示されてきました。</a:t>
            </a: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2</a:t>
            </a:fld>
            <a:endParaRPr kumimoji="1" lang="ja-JP" altLang="en-US"/>
          </a:p>
        </p:txBody>
      </p:sp>
    </p:spTree>
    <p:extLst>
      <p:ext uri="{BB962C8B-B14F-4D97-AF65-F5344CB8AC3E}">
        <p14:creationId xmlns:p14="http://schemas.microsoft.com/office/powerpoint/2010/main" val="899603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sz="1200" b="0" kern="1200" dirty="0">
                <a:solidFill>
                  <a:schemeClr val="tx1"/>
                </a:solidFill>
                <a:effectLst/>
                <a:latin typeface="+mn-lt"/>
                <a:ea typeface="+mn-ea"/>
                <a:cs typeface="+mn-cs"/>
              </a:rPr>
              <a:t>- </a:t>
            </a:r>
            <a:r>
              <a:rPr kumimoji="1" lang="ja-JP" altLang="en-US" sz="1200" b="0" kern="1200" dirty="0">
                <a:solidFill>
                  <a:schemeClr val="tx1"/>
                </a:solidFill>
                <a:effectLst/>
                <a:latin typeface="+mn-lt"/>
                <a:ea typeface="+mn-ea"/>
                <a:cs typeface="+mn-cs"/>
              </a:rPr>
              <a:t>これらの</a:t>
            </a:r>
            <a:r>
              <a:rPr kumimoji="1" lang="ja-JP" altLang="en-US" sz="1200" dirty="0"/>
              <a:t>推進効率の向上と傷害予防につながる</a:t>
            </a:r>
            <a:r>
              <a:rPr kumimoji="1" lang="ja-JP" altLang="en-US" sz="1200" b="0" kern="1200" dirty="0">
                <a:solidFill>
                  <a:schemeClr val="tx1"/>
                </a:solidFill>
                <a:effectLst/>
                <a:latin typeface="+mn-lt"/>
                <a:ea typeface="+mn-ea"/>
                <a:cs typeface="+mn-cs"/>
              </a:rPr>
              <a:t>要素について、バイオメカニクスに基づいた、フィードバック訓練が試みられてきました。ほとんどすべての研究が視覚フィードバックに基づいた研究ですが、この手法には問題点があることが分かっています。</a:t>
            </a:r>
            <a:endParaRPr kumimoji="1" lang="en-US" altLang="ja-JP"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b="0" kern="1200" dirty="0">
                <a:solidFill>
                  <a:schemeClr val="tx1"/>
                </a:solidFill>
                <a:effectLst/>
                <a:latin typeface="+mn-lt"/>
                <a:ea typeface="+mn-ea"/>
                <a:cs typeface="+mn-cs"/>
              </a:rPr>
              <a:t>- </a:t>
            </a:r>
            <a:r>
              <a:rPr kumimoji="1" lang="ja-JP" altLang="en-US" sz="1200" b="0" kern="1200" dirty="0">
                <a:solidFill>
                  <a:schemeClr val="tx1"/>
                </a:solidFill>
                <a:effectLst/>
                <a:latin typeface="+mn-lt"/>
                <a:ea typeface="+mn-ea"/>
                <a:cs typeface="+mn-cs"/>
              </a:rPr>
              <a:t>まず、視覚フィードバックは多くの場合、学習者の従来的な受容感覚とフィードバックへの注意リソースを競合するため、学習者に高い認知的負荷を与えます。</a:t>
            </a:r>
            <a:endParaRPr kumimoji="1" lang="en-US" altLang="ja-JP" sz="1200" b="0" kern="1200" dirty="0">
              <a:solidFill>
                <a:schemeClr val="tx1"/>
              </a:solidFill>
              <a:effectLst/>
              <a:latin typeface="+mn-lt"/>
              <a:ea typeface="+mn-ea"/>
              <a:cs typeface="+mn-cs"/>
            </a:endParaRPr>
          </a:p>
          <a:p>
            <a:pPr marL="0" indent="0">
              <a:buFontTx/>
              <a:buNone/>
            </a:pPr>
            <a:r>
              <a:rPr kumimoji="1" lang="en-US" altLang="ja-JP" sz="1200" b="0" kern="1200" dirty="0">
                <a:solidFill>
                  <a:schemeClr val="tx1"/>
                </a:solidFill>
                <a:effectLst/>
                <a:latin typeface="+mn-lt"/>
                <a:ea typeface="+mn-ea"/>
                <a:cs typeface="+mn-cs"/>
              </a:rPr>
              <a:t>- </a:t>
            </a:r>
            <a:r>
              <a:rPr kumimoji="1" lang="ja-JP" altLang="en-US" sz="1200" b="0" kern="1200" dirty="0">
                <a:solidFill>
                  <a:schemeClr val="tx1"/>
                </a:solidFill>
                <a:effectLst/>
                <a:latin typeface="+mn-lt"/>
                <a:ea typeface="+mn-ea"/>
                <a:cs typeface="+mn-cs"/>
              </a:rPr>
              <a:t>次に、視覚フィードバックへの依存が起きることでうまく学習できず、</a:t>
            </a:r>
            <a:r>
              <a:rPr lang="ja-JP" altLang="en-US" dirty="0"/>
              <a:t>フィードバック除去後のパフォーマンスがもとに戻ってしまう、という、ガイダンス仮説が記述する現象が現れます。</a:t>
            </a:r>
            <a:endParaRPr kumimoji="1" lang="ja-JP" altLang="en-US" sz="1200" b="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3</a:t>
            </a:fld>
            <a:endParaRPr kumimoji="1" lang="ja-JP" altLang="en-US"/>
          </a:p>
        </p:txBody>
      </p:sp>
    </p:spTree>
    <p:extLst>
      <p:ext uri="{BB962C8B-B14F-4D97-AF65-F5344CB8AC3E}">
        <p14:creationId xmlns:p14="http://schemas.microsoft.com/office/powerpoint/2010/main" val="33362509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しかし聴覚フィードバックと運動学習の先行研究は、聴覚フィードバックにガイダンス仮説が当てはまりにくい可能性を示唆しています。</a:t>
            </a:r>
            <a:endParaRPr kumimoji="1" lang="en-US" altLang="ja-JP" sz="1200" b="0" kern="1200" dirty="0">
              <a:solidFill>
                <a:schemeClr val="tx1"/>
              </a:solidFill>
              <a:effectLst/>
              <a:latin typeface="+mn-lt"/>
              <a:ea typeface="+mn-ea"/>
              <a:cs typeface="+mn-cs"/>
            </a:endParaRPr>
          </a:p>
          <a:p>
            <a:pPr marL="171450" indent="-171450">
              <a:buFontTx/>
              <a:buChar char="-"/>
            </a:pPr>
            <a:r>
              <a:rPr kumimoji="1" lang="ja-JP" altLang="en-US" sz="1200" b="0" kern="1200" dirty="0">
                <a:solidFill>
                  <a:schemeClr val="tx1"/>
                </a:solidFill>
                <a:effectLst/>
                <a:latin typeface="+mn-lt"/>
                <a:ea typeface="+mn-ea"/>
                <a:cs typeface="+mn-cs"/>
              </a:rPr>
              <a:t>視覚フィードバックとは対照的に、聴覚フィードバック情報は、視覚や従来的な受容感覚とは競合しない異なるチャネルで並列的に処理されるため、内在的フィードバックを抑制するのではなく、むしろそれを補強あるいは増強するように機能すると考えられます。</a:t>
            </a:r>
            <a:endParaRPr kumimoji="1" lang="en-US" altLang="ja-JP" sz="1200" b="0" kern="1200" dirty="0">
              <a:solidFill>
                <a:schemeClr val="tx1"/>
              </a:solidFill>
              <a:effectLst/>
              <a:latin typeface="+mn-lt"/>
              <a:ea typeface="+mn-ea"/>
              <a:cs typeface="+mn-cs"/>
            </a:endParaRPr>
          </a:p>
          <a:p>
            <a:pPr marL="171450" indent="-171450">
              <a:buFontTx/>
              <a:buChar char="-"/>
            </a:pPr>
            <a:r>
              <a:rPr kumimoji="1" lang="ja-JP" altLang="en-US" sz="1200" b="0" kern="1200" dirty="0">
                <a:solidFill>
                  <a:schemeClr val="tx1"/>
                </a:solidFill>
                <a:effectLst/>
                <a:latin typeface="+mn-lt"/>
                <a:ea typeface="+mn-ea"/>
                <a:cs typeface="+mn-cs"/>
              </a:rPr>
              <a:t>聴覚フィードバックとパフォーマンスに関する研究は複数の分野で行われ、ボート競技、ゴルフ、水泳、自転車、ライフル射撃の分野でパフォーマンスの向上が見られた研究を確認しています。</a:t>
            </a:r>
          </a:p>
          <a:p>
            <a:pPr marL="171450" indent="-171450">
              <a:buFontTx/>
              <a:buChar char="-"/>
            </a:pPr>
            <a:endParaRPr kumimoji="1" lang="ja-JP" altLang="en-US" sz="1200" b="0" kern="1200" dirty="0">
              <a:solidFill>
                <a:schemeClr val="tx1"/>
              </a:solidFill>
              <a:effectLst/>
              <a:latin typeface="+mn-lt"/>
              <a:ea typeface="+mn-ea"/>
              <a:cs typeface="+mn-cs"/>
            </a:endParaRP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4</a:t>
            </a:fld>
            <a:endParaRPr kumimoji="1" lang="ja-JP" altLang="en-US"/>
          </a:p>
        </p:txBody>
      </p:sp>
    </p:spTree>
    <p:extLst>
      <p:ext uri="{BB962C8B-B14F-4D97-AF65-F5344CB8AC3E}">
        <p14:creationId xmlns:p14="http://schemas.microsoft.com/office/powerpoint/2010/main" val="4289307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研究目的です。</a:t>
            </a:r>
            <a:endParaRPr kumimoji="1" lang="en-US" altLang="ja-JP" dirty="0"/>
          </a:p>
          <a:p>
            <a:pPr marL="171450" indent="-171450">
              <a:buFontTx/>
              <a:buChar char="-"/>
            </a:pPr>
            <a:r>
              <a:rPr kumimoji="1" lang="ja-JP" altLang="en-US" dirty="0"/>
              <a:t>本研究は、聴覚フィードバックシステムを車いす推進技能に適用するシステムを開発し、その有効性を検証することを目的とします。</a:t>
            </a:r>
            <a:endParaRPr kumimoji="1" lang="en-US" altLang="ja-JP" dirty="0"/>
          </a:p>
          <a:p>
            <a:pPr marL="171450" indent="-171450">
              <a:buFontTx/>
              <a:buChar char="-"/>
            </a:pPr>
            <a:r>
              <a:rPr kumimoji="1" lang="ja-JP" altLang="en-US" dirty="0"/>
              <a:t>仮説として、聴覚フィードバックを用いることで、車いす推進技能についてもより効率的な学習が行われると考えています。</a:t>
            </a: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5</a:t>
            </a:fld>
            <a:endParaRPr kumimoji="1" lang="ja-JP" altLang="en-US"/>
          </a:p>
        </p:txBody>
      </p:sp>
    </p:spTree>
    <p:extLst>
      <p:ext uri="{BB962C8B-B14F-4D97-AF65-F5344CB8AC3E}">
        <p14:creationId xmlns:p14="http://schemas.microsoft.com/office/powerpoint/2010/main" val="889820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実験デザインです。</a:t>
            </a:r>
            <a:endParaRPr kumimoji="1" lang="en-US" altLang="ja-JP" dirty="0"/>
          </a:p>
          <a:p>
            <a:pPr marL="171450" indent="-171450">
              <a:buFontTx/>
              <a:buChar char="-"/>
            </a:pPr>
            <a:r>
              <a:rPr kumimoji="1" lang="ja-JP" altLang="en-US" dirty="0"/>
              <a:t>本研究の実験では、</a:t>
            </a:r>
            <a:r>
              <a:rPr kumimoji="1" lang="en-US" altLang="ja-JP" sz="1200" dirty="0"/>
              <a:t>3</a:t>
            </a:r>
            <a:r>
              <a:rPr kumimoji="1" lang="ja-JP" altLang="en-US" sz="1200" dirty="0"/>
              <a:t>群間比較のランダム化比較試験を採用します。</a:t>
            </a:r>
            <a:endParaRPr kumimoji="1" lang="en-US" altLang="ja-JP" sz="1200" dirty="0"/>
          </a:p>
          <a:p>
            <a:r>
              <a:rPr kumimoji="1" lang="en-US" altLang="ja-JP" sz="1200" dirty="0"/>
              <a:t>- </a:t>
            </a:r>
            <a:r>
              <a:rPr kumimoji="1" lang="ja-JP" altLang="en-US" sz="1200" dirty="0"/>
              <a:t>聴覚フィードバック、視覚フィードバック、フィードバック無しの</a:t>
            </a:r>
            <a:r>
              <a:rPr kumimoji="1" lang="en-US" altLang="ja-JP" sz="1200" dirty="0"/>
              <a:t>3</a:t>
            </a:r>
            <a:r>
              <a:rPr kumimoji="1" lang="ja-JP" altLang="en-US" sz="1200" dirty="0"/>
              <a:t>つの群を作成し、各群</a:t>
            </a:r>
            <a:r>
              <a:rPr kumimoji="1" lang="en-US" altLang="ja-JP" sz="1200" dirty="0"/>
              <a:t>10</a:t>
            </a:r>
            <a:r>
              <a:rPr kumimoji="1" lang="ja-JP" altLang="en-US" sz="1200" dirty="0"/>
              <a:t>名以上の被験者の学習を計測します。</a:t>
            </a:r>
            <a:endParaRPr kumimoji="1" lang="ja-JP" altLang="en-US" dirty="0"/>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6</a:t>
            </a:fld>
            <a:endParaRPr kumimoji="1" lang="ja-JP" altLang="en-US"/>
          </a:p>
        </p:txBody>
      </p:sp>
    </p:spTree>
    <p:extLst>
      <p:ext uri="{BB962C8B-B14F-4D97-AF65-F5344CB8AC3E}">
        <p14:creationId xmlns:p14="http://schemas.microsoft.com/office/powerpoint/2010/main" val="4182884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ja-JP" altLang="en-US" dirty="0"/>
              <a:t>実験システムです。</a:t>
            </a:r>
            <a:endParaRPr kumimoji="1" lang="en-US" altLang="ja-JP" dirty="0"/>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ja-JP" altLang="en-US" dirty="0"/>
              <a:t>まずは計測システムについて、</a:t>
            </a:r>
            <a:r>
              <a:rPr lang="ja-JP" altLang="en-US" sz="1200" dirty="0"/>
              <a:t>モーショントラッカーを、スライドの右の図のように、被験者の両手首に</a:t>
            </a:r>
            <a:r>
              <a:rPr lang="en-US" altLang="ja-JP" sz="1200" dirty="0"/>
              <a:t>2</a:t>
            </a:r>
            <a:r>
              <a:rPr lang="ja-JP" altLang="en-US" sz="1200" dirty="0"/>
              <a:t>つ、車いすの両輪</a:t>
            </a:r>
            <a:r>
              <a:rPr lang="en-US" altLang="ja-JP" sz="1200" dirty="0"/>
              <a:t>2</a:t>
            </a:r>
            <a:r>
              <a:rPr lang="ja-JP" altLang="en-US" sz="1200" dirty="0"/>
              <a:t>装着し、推進動作の運動学データをリアルタイムで取得します。</a:t>
            </a:r>
            <a:endParaRPr lang="en-US" altLang="ja-JP" sz="1200" dirty="0"/>
          </a:p>
          <a:p>
            <a:endParaRPr kumimoji="1" lang="ja-JP" altLang="en-US" dirty="0"/>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7</a:t>
            </a:fld>
            <a:endParaRPr kumimoji="1" lang="ja-JP" altLang="en-US"/>
          </a:p>
        </p:txBody>
      </p:sp>
    </p:spTree>
    <p:extLst>
      <p:ext uri="{BB962C8B-B14F-4D97-AF65-F5344CB8AC3E}">
        <p14:creationId xmlns:p14="http://schemas.microsoft.com/office/powerpoint/2010/main" val="3187869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次にモーショントラッカーから取得したデータを</a:t>
            </a:r>
            <a:r>
              <a:rPr kumimoji="1" lang="en-US" altLang="ja-JP" dirty="0"/>
              <a:t>unity</a:t>
            </a:r>
            <a:r>
              <a:rPr kumimoji="1" lang="ja-JP" altLang="en-US" dirty="0"/>
              <a:t>アプリケーションで処理し、被験者が装着しているヘッドセットからフィードバックを行います。</a:t>
            </a:r>
            <a:endParaRPr kumimoji="1" lang="en-US" altLang="ja-JP" dirty="0"/>
          </a:p>
          <a:p>
            <a:pPr marL="171450" indent="-171450">
              <a:buFontTx/>
              <a:buChar char="-"/>
            </a:pPr>
            <a:r>
              <a:rPr kumimoji="1" lang="ja-JP" altLang="en-US" dirty="0"/>
              <a:t>ヘッドセットは視覚および聴覚フィードバックのみに使用します。視界に仮想の物体を描画するなどして、実験環境に干渉することは行いません。</a:t>
            </a:r>
            <a:endParaRPr kumimoji="1" lang="en-US" altLang="ja-JP" dirty="0"/>
          </a:p>
          <a:p>
            <a:pPr marL="171450" indent="-171450">
              <a:buFontTx/>
              <a:buChar char="-"/>
            </a:pPr>
            <a:r>
              <a:rPr kumimoji="1" lang="ja-JP" altLang="en-US" dirty="0"/>
              <a:t>このシステムを用いて計測した運動学データから、プッシュ角や頻度を導出します。</a:t>
            </a:r>
            <a:endParaRPr kumimoji="1" lang="en-US" altLang="ja-JP" dirty="0"/>
          </a:p>
          <a:p>
            <a:pPr marL="171450" indent="-171450">
              <a:buFontTx/>
              <a:buChar char="-"/>
            </a:pPr>
            <a:endParaRPr kumimoji="1" lang="en-US" altLang="ja-JP" dirty="0"/>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8</a:t>
            </a:fld>
            <a:endParaRPr kumimoji="1" lang="ja-JP" altLang="en-US"/>
          </a:p>
        </p:txBody>
      </p:sp>
    </p:spTree>
    <p:extLst>
      <p:ext uri="{BB962C8B-B14F-4D97-AF65-F5344CB8AC3E}">
        <p14:creationId xmlns:p14="http://schemas.microsoft.com/office/powerpoint/2010/main" val="31791324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被験者タスクについてです。</a:t>
            </a:r>
            <a:endParaRPr kumimoji="1" lang="en-US" altLang="ja-JP" dirty="0"/>
          </a:p>
          <a:p>
            <a:pPr marL="171450" indent="-171450">
              <a:buFontTx/>
              <a:buChar char="-"/>
            </a:pPr>
            <a:r>
              <a:rPr kumimoji="1" lang="ja-JP" altLang="en-US" dirty="0"/>
              <a:t>被験者には</a:t>
            </a:r>
            <a:r>
              <a:rPr kumimoji="1" lang="en-US" altLang="ja-JP" dirty="0"/>
              <a:t>1</a:t>
            </a:r>
            <a:r>
              <a:rPr kumimoji="1" lang="ja-JP" altLang="en-US" dirty="0"/>
              <a:t>セッションにつき</a:t>
            </a:r>
            <a:r>
              <a:rPr kumimoji="1" lang="en-US" altLang="ja-JP" dirty="0"/>
              <a:t>3</a:t>
            </a:r>
            <a:r>
              <a:rPr kumimoji="1" lang="ja-JP" altLang="en-US" dirty="0"/>
              <a:t>つのタスクが用意されています。</a:t>
            </a:r>
            <a:endParaRPr kumimoji="1" lang="en-US" altLang="ja-JP" dirty="0"/>
          </a:p>
          <a:p>
            <a:pPr marL="171450" indent="-171450">
              <a:buFontTx/>
              <a:buChar char="-"/>
            </a:pPr>
            <a:r>
              <a:rPr kumimoji="1" lang="en-US" altLang="ja-JP" dirty="0"/>
              <a:t>1</a:t>
            </a:r>
            <a:r>
              <a:rPr kumimoji="1" lang="ja-JP" altLang="en-US" dirty="0"/>
              <a:t>タスク目はジグザグ走です。</a:t>
            </a:r>
            <a:r>
              <a:rPr kumimoji="1" lang="ja-JP" altLang="en-US" sz="1200" b="0" kern="1200" dirty="0">
                <a:solidFill>
                  <a:schemeClr val="tx1"/>
                </a:solidFill>
                <a:effectLst/>
                <a:latin typeface="+mn-lt"/>
                <a:ea typeface="+mn-ea"/>
                <a:cs typeface="+mn-cs"/>
              </a:rPr>
              <a:t>全長 </a:t>
            </a:r>
            <a:r>
              <a:rPr kumimoji="1" lang="en-US" altLang="ja-JP" sz="1200" b="0" kern="1200" dirty="0">
                <a:solidFill>
                  <a:schemeClr val="tx1"/>
                </a:solidFill>
                <a:effectLst/>
                <a:latin typeface="+mn-lt"/>
                <a:ea typeface="+mn-ea"/>
                <a:cs typeface="+mn-cs"/>
              </a:rPr>
              <a:t>20m </a:t>
            </a:r>
            <a:r>
              <a:rPr kumimoji="1" lang="ja-JP" altLang="en-US" sz="1200" b="0" kern="1200" dirty="0">
                <a:solidFill>
                  <a:schemeClr val="tx1"/>
                </a:solidFill>
                <a:effectLst/>
                <a:latin typeface="+mn-lt"/>
                <a:ea typeface="+mn-ea"/>
                <a:cs typeface="+mn-cs"/>
              </a:rPr>
              <a:t>のコースに、等間隔に置かれたコーンの間をジグザクに走り、最後のコーンで</a:t>
            </a:r>
            <a:r>
              <a:rPr kumimoji="1" lang="en-US" altLang="ja-JP" sz="1200" b="0" kern="1200" dirty="0">
                <a:solidFill>
                  <a:schemeClr val="tx1"/>
                </a:solidFill>
                <a:effectLst/>
                <a:latin typeface="+mn-lt"/>
                <a:ea typeface="+mn-ea"/>
                <a:cs typeface="+mn-cs"/>
              </a:rPr>
              <a:t>180 </a:t>
            </a:r>
            <a:r>
              <a:rPr kumimoji="1" lang="ja-JP" altLang="en-US" sz="1200" b="0" kern="1200" dirty="0">
                <a:solidFill>
                  <a:schemeClr val="tx1"/>
                </a:solidFill>
                <a:effectLst/>
                <a:latin typeface="+mn-lt"/>
                <a:ea typeface="+mn-ea"/>
                <a:cs typeface="+mn-cs"/>
              </a:rPr>
              <a:t>度ターンをこなし、スタートラインまで直進で戻るタスクです。推進技術に集中しながら、素早く方向転換し、速度を制御する能力を評価・訓練します。</a:t>
            </a:r>
            <a:endParaRPr kumimoji="1" lang="en-US" altLang="ja-JP"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en-US" altLang="ja-JP" sz="1200" b="0" kern="1200" dirty="0">
                <a:solidFill>
                  <a:schemeClr val="tx1"/>
                </a:solidFill>
                <a:effectLst/>
                <a:latin typeface="+mn-lt"/>
                <a:ea typeface="+mn-ea"/>
                <a:cs typeface="+mn-cs"/>
              </a:rPr>
              <a:t>2</a:t>
            </a:r>
            <a:r>
              <a:rPr kumimoji="1" lang="ja-JP" altLang="en-US" sz="1200" b="0" kern="1200" dirty="0">
                <a:solidFill>
                  <a:schemeClr val="tx1"/>
                </a:solidFill>
                <a:effectLst/>
                <a:latin typeface="+mn-lt"/>
                <a:ea typeface="+mn-ea"/>
                <a:cs typeface="+mn-cs"/>
              </a:rPr>
              <a:t>タスク目は</a:t>
            </a:r>
            <a:r>
              <a:rPr kumimoji="1" lang="en-US" altLang="ja-JP" sz="1200" b="0" kern="1200" dirty="0">
                <a:solidFill>
                  <a:schemeClr val="tx1"/>
                </a:solidFill>
                <a:effectLst/>
                <a:latin typeface="+mn-lt"/>
                <a:ea typeface="+mn-ea"/>
                <a:cs typeface="+mn-cs"/>
              </a:rPr>
              <a:t>8</a:t>
            </a:r>
            <a:r>
              <a:rPr kumimoji="1" lang="ja-JP" altLang="en-US" sz="1200" b="0" kern="1200" dirty="0">
                <a:solidFill>
                  <a:schemeClr val="tx1"/>
                </a:solidFill>
                <a:effectLst/>
                <a:latin typeface="+mn-lt"/>
                <a:ea typeface="+mn-ea"/>
                <a:cs typeface="+mn-cs"/>
              </a:rPr>
              <a:t>の字走です。</a:t>
            </a:r>
            <a:r>
              <a:rPr kumimoji="1" lang="en-US" altLang="ja-JP" sz="1200" b="0" kern="1200" dirty="0">
                <a:solidFill>
                  <a:schemeClr val="tx1"/>
                </a:solidFill>
                <a:effectLst/>
                <a:latin typeface="+mn-lt"/>
                <a:ea typeface="+mn-ea"/>
                <a:cs typeface="+mn-cs"/>
              </a:rPr>
              <a:t>5m </a:t>
            </a:r>
            <a:r>
              <a:rPr kumimoji="1" lang="ja-JP" altLang="en-US" sz="1200" b="0" kern="1200" dirty="0">
                <a:solidFill>
                  <a:schemeClr val="tx1"/>
                </a:solidFill>
                <a:effectLst/>
                <a:latin typeface="+mn-lt"/>
                <a:ea typeface="+mn-ea"/>
                <a:cs typeface="+mn-cs"/>
              </a:rPr>
              <a:t>の間隔をあけて 置かれた </a:t>
            </a:r>
            <a:r>
              <a:rPr kumimoji="1" lang="en-US" altLang="ja-JP" sz="1200" b="0" kern="1200" dirty="0">
                <a:solidFill>
                  <a:schemeClr val="tx1"/>
                </a:solidFill>
                <a:effectLst/>
                <a:latin typeface="+mn-lt"/>
                <a:ea typeface="+mn-ea"/>
                <a:cs typeface="+mn-cs"/>
              </a:rPr>
              <a:t>2 </a:t>
            </a:r>
            <a:r>
              <a:rPr kumimoji="1" lang="ja-JP" altLang="en-US" sz="1200" b="0" kern="1200" dirty="0">
                <a:solidFill>
                  <a:schemeClr val="tx1"/>
                </a:solidFill>
                <a:effectLst/>
                <a:latin typeface="+mn-lt"/>
                <a:ea typeface="+mn-ea"/>
                <a:cs typeface="+mn-cs"/>
              </a:rPr>
              <a:t>つのコーンの周りを、</a:t>
            </a:r>
            <a:r>
              <a:rPr kumimoji="1" lang="en-US" altLang="ja-JP" sz="1200" b="0" kern="1200" dirty="0">
                <a:solidFill>
                  <a:schemeClr val="tx1"/>
                </a:solidFill>
                <a:effectLst/>
                <a:latin typeface="+mn-lt"/>
                <a:ea typeface="+mn-ea"/>
                <a:cs typeface="+mn-cs"/>
              </a:rPr>
              <a:t>8</a:t>
            </a:r>
            <a:r>
              <a:rPr kumimoji="1" lang="ja-JP" altLang="en-US" sz="1200" b="0" kern="1200" dirty="0">
                <a:solidFill>
                  <a:schemeClr val="tx1"/>
                </a:solidFill>
                <a:effectLst/>
                <a:latin typeface="+mn-lt"/>
                <a:ea typeface="+mn-ea"/>
                <a:cs typeface="+mn-cs"/>
              </a:rPr>
              <a:t>の字に</a:t>
            </a:r>
            <a:r>
              <a:rPr kumimoji="1" lang="en-US" altLang="ja-JP" sz="1200" b="0" kern="1200" dirty="0">
                <a:solidFill>
                  <a:schemeClr val="tx1"/>
                </a:solidFill>
                <a:effectLst/>
                <a:latin typeface="+mn-lt"/>
                <a:ea typeface="+mn-ea"/>
                <a:cs typeface="+mn-cs"/>
              </a:rPr>
              <a:t>5</a:t>
            </a:r>
            <a:r>
              <a:rPr kumimoji="1" lang="ja-JP" altLang="en-US" sz="1200" b="0" kern="1200" dirty="0">
                <a:solidFill>
                  <a:schemeClr val="tx1"/>
                </a:solidFill>
                <a:effectLst/>
                <a:latin typeface="+mn-lt"/>
                <a:ea typeface="+mn-ea"/>
                <a:cs typeface="+mn-cs"/>
              </a:rPr>
              <a:t>周するタスクとなります。より長く反復的なコースにおいて、持続的で制御された旋回能力と、一貫した推進技術の適用能力を評価・訓練します。</a:t>
            </a:r>
            <a:endParaRPr kumimoji="1" lang="en-US" altLang="ja-JP"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kumimoji="1" lang="en-US" altLang="ja-JP" sz="1200" b="0" kern="1200" dirty="0">
                <a:solidFill>
                  <a:schemeClr val="tx1"/>
                </a:solidFill>
                <a:effectLst/>
                <a:latin typeface="+mn-lt"/>
                <a:ea typeface="+mn-ea"/>
                <a:cs typeface="+mn-cs"/>
              </a:rPr>
              <a:t>3</a:t>
            </a:r>
            <a:r>
              <a:rPr kumimoji="1" lang="ja-JP" altLang="en-US" sz="1200" b="0" kern="1200" dirty="0">
                <a:solidFill>
                  <a:schemeClr val="tx1"/>
                </a:solidFill>
                <a:effectLst/>
                <a:latin typeface="+mn-lt"/>
                <a:ea typeface="+mn-ea"/>
                <a:cs typeface="+mn-cs"/>
              </a:rPr>
              <a:t>タスク目はバスケットボールを持ちながらの</a:t>
            </a:r>
            <a:r>
              <a:rPr kumimoji="1" lang="en-US" altLang="ja-JP" sz="1200" b="0" kern="1200" dirty="0">
                <a:solidFill>
                  <a:schemeClr val="tx1"/>
                </a:solidFill>
                <a:effectLst/>
                <a:latin typeface="+mn-lt"/>
                <a:ea typeface="+mn-ea"/>
                <a:cs typeface="+mn-cs"/>
              </a:rPr>
              <a:t>8</a:t>
            </a:r>
            <a:r>
              <a:rPr kumimoji="1" lang="ja-JP" altLang="en-US" sz="1200" b="0" kern="1200" dirty="0">
                <a:solidFill>
                  <a:schemeClr val="tx1"/>
                </a:solidFill>
                <a:effectLst/>
                <a:latin typeface="+mn-lt"/>
                <a:ea typeface="+mn-ea"/>
                <a:cs typeface="+mn-cs"/>
              </a:rPr>
              <a:t>の字走です。</a:t>
            </a:r>
            <a:r>
              <a:rPr kumimoji="1" lang="en-US" altLang="ja-JP" sz="1200" b="0" kern="1200" dirty="0">
                <a:solidFill>
                  <a:schemeClr val="tx1"/>
                </a:solidFill>
                <a:effectLst/>
                <a:latin typeface="+mn-lt"/>
                <a:ea typeface="+mn-ea"/>
                <a:cs typeface="+mn-cs"/>
              </a:rPr>
              <a:t>2</a:t>
            </a:r>
            <a:r>
              <a:rPr kumimoji="1" lang="ja-JP" altLang="en-US" sz="1200" b="0" kern="1200" dirty="0">
                <a:solidFill>
                  <a:schemeClr val="tx1"/>
                </a:solidFill>
                <a:effectLst/>
                <a:latin typeface="+mn-lt"/>
                <a:ea typeface="+mn-ea"/>
                <a:cs typeface="+mn-cs"/>
              </a:rPr>
              <a:t>つ目のタスクに、バスケットボールを抱える二重課題を追加しています。二重課題の下で、学習したスキルの頑健性と認知的効率性を評価します。</a:t>
            </a:r>
            <a:endParaRPr kumimoji="1" lang="en-US" altLang="ja-JP"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en-US" altLang="ja-JP"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ja-JP" alt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ja-JP" alt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ja-JP" alt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ja-JP" altLang="en-US" sz="1200" b="0" kern="1200" dirty="0">
              <a:solidFill>
                <a:schemeClr val="tx1"/>
              </a:solidFill>
              <a:effectLst/>
              <a:latin typeface="+mn-l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1" lang="en-US" altLang="ja-JP" sz="1200" b="0" kern="1200" dirty="0">
              <a:solidFill>
                <a:schemeClr val="tx1"/>
              </a:solidFill>
              <a:effectLst/>
              <a:latin typeface="+mn-lt"/>
              <a:ea typeface="+mn-ea"/>
              <a:cs typeface="+mn-cs"/>
            </a:endParaRPr>
          </a:p>
          <a:p>
            <a:pPr marL="171450" indent="-171450">
              <a:buFontTx/>
              <a:buChar char="-"/>
            </a:pPr>
            <a:endParaRPr kumimoji="1" lang="en-US" altLang="ja-JP" dirty="0"/>
          </a:p>
          <a:p>
            <a:pPr marL="171450" indent="-171450">
              <a:buFontTx/>
              <a:buChar char="-"/>
            </a:pPr>
            <a:endParaRPr kumimoji="1" lang="ja-JP" altLang="en-US" dirty="0"/>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9</a:t>
            </a:fld>
            <a:endParaRPr kumimoji="1" lang="ja-JP" altLang="en-US"/>
          </a:p>
        </p:txBody>
      </p:sp>
    </p:spTree>
    <p:extLst>
      <p:ext uri="{BB962C8B-B14F-4D97-AF65-F5344CB8AC3E}">
        <p14:creationId xmlns:p14="http://schemas.microsoft.com/office/powerpoint/2010/main" val="2670059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171450" indent="-171450">
              <a:buFontTx/>
              <a:buChar char="-"/>
            </a:pPr>
            <a:r>
              <a:rPr kumimoji="1" lang="ja-JP" altLang="en-US" dirty="0"/>
              <a:t>実験セッションです。</a:t>
            </a:r>
            <a:endParaRPr kumimoji="1" lang="en-US" altLang="ja-JP" dirty="0"/>
          </a:p>
          <a:p>
            <a:pPr marL="171450" indent="-171450">
              <a:buFontTx/>
              <a:buChar char="-"/>
            </a:pPr>
            <a:r>
              <a:rPr kumimoji="1" lang="ja-JP" altLang="en-US" dirty="0"/>
              <a:t>スライドの表のように</a:t>
            </a:r>
            <a:r>
              <a:rPr kumimoji="1" lang="en-US" altLang="ja-JP" dirty="0"/>
              <a:t>5</a:t>
            </a:r>
            <a:r>
              <a:rPr kumimoji="1" lang="ja-JP" altLang="en-US"/>
              <a:t>つのセッションからできています。</a:t>
            </a:r>
            <a:endParaRPr kumimoji="1" lang="en-US" altLang="ja-JP"/>
          </a:p>
          <a:p>
            <a:pPr marL="171450" indent="-171450">
              <a:buFontTx/>
              <a:buChar char="-"/>
            </a:pPr>
            <a:r>
              <a:rPr kumimoji="1" lang="ja-JP" altLang="en-US" dirty="0"/>
              <a:t>車いすに慣れてから基準データとなる事前テストを行い、次にフィードバック下で学習、その後、直後と</a:t>
            </a:r>
            <a:r>
              <a:rPr kumimoji="1" lang="en-US" altLang="ja-JP" dirty="0"/>
              <a:t>2</a:t>
            </a:r>
            <a:r>
              <a:rPr kumimoji="1" lang="ja-JP" altLang="en-US" dirty="0"/>
              <a:t>日後に保持テストを行う流れとなっています。</a:t>
            </a: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10</a:t>
            </a:fld>
            <a:endParaRPr kumimoji="1" lang="ja-JP" altLang="en-US"/>
          </a:p>
        </p:txBody>
      </p:sp>
    </p:spTree>
    <p:extLst>
      <p:ext uri="{BB962C8B-B14F-4D97-AF65-F5344CB8AC3E}">
        <p14:creationId xmlns:p14="http://schemas.microsoft.com/office/powerpoint/2010/main" val="20910248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 </a:t>
            </a:r>
            <a:r>
              <a:rPr kumimoji="1" lang="ja-JP" altLang="en-US" dirty="0"/>
              <a:t>最後に今後の予定です。</a:t>
            </a:r>
            <a:r>
              <a:rPr kumimoji="1" lang="en-US" altLang="ja-JP" dirty="0"/>
              <a:t>9</a:t>
            </a:r>
            <a:r>
              <a:rPr kumimoji="1" lang="ja-JP" altLang="en-US" dirty="0"/>
              <a:t>月中にシステム作成、</a:t>
            </a:r>
            <a:r>
              <a:rPr kumimoji="1" lang="en-US" altLang="ja-JP" dirty="0"/>
              <a:t>10</a:t>
            </a:r>
            <a:r>
              <a:rPr kumimoji="1" lang="ja-JP" altLang="en-US" dirty="0"/>
              <a:t>月からデータ計測、データが溜まり次第卒論の執筆にとりかかる予定です。以上です。</a:t>
            </a:r>
          </a:p>
        </p:txBody>
      </p:sp>
      <p:sp>
        <p:nvSpPr>
          <p:cNvPr id="4" name="スライド番号プレースホルダー 3"/>
          <p:cNvSpPr>
            <a:spLocks noGrp="1"/>
          </p:cNvSpPr>
          <p:nvPr>
            <p:ph type="sldNum" sz="quarter" idx="5"/>
          </p:nvPr>
        </p:nvSpPr>
        <p:spPr/>
        <p:txBody>
          <a:bodyPr/>
          <a:lstStyle/>
          <a:p>
            <a:fld id="{C4DE95DD-2882-4F58-BB4A-8E5CBB19F1E2}" type="slidenum">
              <a:rPr kumimoji="1" lang="ja-JP" altLang="en-US" smtClean="0"/>
              <a:t>11</a:t>
            </a:fld>
            <a:endParaRPr kumimoji="1" lang="ja-JP" altLang="en-US"/>
          </a:p>
        </p:txBody>
      </p:sp>
    </p:spTree>
    <p:extLst>
      <p:ext uri="{BB962C8B-B14F-4D97-AF65-F5344CB8AC3E}">
        <p14:creationId xmlns:p14="http://schemas.microsoft.com/office/powerpoint/2010/main" val="3881150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60CE06-D02F-E173-C069-9EC6B1C2FE3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8CA6207A-5A50-EEE2-6775-3A5A55DD4C1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F4F5C0D2-6E70-01E6-A8AC-3B9C2838C4C7}"/>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8D5B90D9-05F5-5933-105A-1E45A25D9B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227CD32-08D2-52C0-0419-E677D9C9B9C9}"/>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3417406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05EB5F-37AB-7939-AFF1-E01F4B2925B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0BC9DC5-E117-D92E-BC0C-C43926EF381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46BC1-4B5B-4B68-3817-2C454D0558BA}"/>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EFA213BB-2F56-29CE-769F-FBB4240451C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3469D1-F281-9F36-F790-62EF136EBF86}"/>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28039941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587F4F8-279A-B112-D62F-2B2C01DA6C08}"/>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5A3CE4E-4DA6-2A41-9ACB-7E28EED1094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35CE16A6-6389-2CF0-D694-F04875268F1A}"/>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79A1DCA8-758C-BAC7-C6FF-7C254771CC3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04BA98C-0B60-AFD9-4F0A-44FAC0D8FC6B}"/>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31526995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1919F2D-BDF5-5A84-83A2-6E18B44C2AD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1F38998-A309-5ED4-4E53-72FFD8925BCB}"/>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814D557-BC54-A80D-1974-8D07C74EEECD}"/>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D4A2CDAB-6B00-ECC0-EC43-36FBFEFB0788}"/>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6" name="フッター プレースホルダー 5">
            <a:extLst>
              <a:ext uri="{FF2B5EF4-FFF2-40B4-BE49-F238E27FC236}">
                <a16:creationId xmlns:a16="http://schemas.microsoft.com/office/drawing/2014/main" id="{7DF1BA44-7DE9-0B87-54CA-88F21B2B3EA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8CEE6D3-7510-31B0-09A6-D8C269DBFA44}"/>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360463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6074A9-D934-F453-06B1-2338EB52678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AFADCA1-295B-0FF2-644A-3885ED42F7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652CCF5-F324-1B0C-C66E-A30588411881}"/>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313A1FB-8307-5EB5-E791-D0955F7FF23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77D7E4CF-F1D6-B651-2E0A-3F1E3EFF4998}"/>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30972FB4-BD1F-9BE3-6385-DC2A9E44DA49}"/>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8" name="フッター プレースホルダー 7">
            <a:extLst>
              <a:ext uri="{FF2B5EF4-FFF2-40B4-BE49-F238E27FC236}">
                <a16:creationId xmlns:a16="http://schemas.microsoft.com/office/drawing/2014/main" id="{4E5FE033-C61B-820D-C18F-8052A9FED7A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C0347317-2A40-ECF9-4506-F9A2EBE747F9}"/>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624068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4149E75-F3F6-62E3-42C5-C4383778D03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51F09DC-5D56-CB61-BC8D-DD70ABEEADB2}"/>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4" name="フッター プレースホルダー 3">
            <a:extLst>
              <a:ext uri="{FF2B5EF4-FFF2-40B4-BE49-F238E27FC236}">
                <a16:creationId xmlns:a16="http://schemas.microsoft.com/office/drawing/2014/main" id="{24064951-69EC-235F-7547-AB44CE7500A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1FF0BF7-05A9-0601-DE5B-421257E6C43F}"/>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71197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E22A5BB-B555-2EFB-AD17-74D49090D9B4}"/>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3" name="フッター プレースホルダー 2">
            <a:extLst>
              <a:ext uri="{FF2B5EF4-FFF2-40B4-BE49-F238E27FC236}">
                <a16:creationId xmlns:a16="http://schemas.microsoft.com/office/drawing/2014/main" id="{C7BFB365-B395-C441-887F-E0340754FFF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8952C17-9FF9-33D4-2DE7-F7D77AB9123A}"/>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13438428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BB5EA4-C582-A617-6DB2-BCE19CCF820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B88F251-9610-66C1-6CEA-77411921188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A25C0A1-2C8A-9DA9-E38F-A589FA43A6C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D130A21-3381-6621-9413-8F62F2554B15}"/>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6" name="フッター プレースホルダー 5">
            <a:extLst>
              <a:ext uri="{FF2B5EF4-FFF2-40B4-BE49-F238E27FC236}">
                <a16:creationId xmlns:a16="http://schemas.microsoft.com/office/drawing/2014/main" id="{9F5364CC-1437-4C63-E5FF-B3FB650CCC9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CF398214-A97A-03C0-B8FB-DC70DE3C21F7}"/>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2065636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D1354B-0D6C-EBFE-1173-4DE42F8A049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39861AE-C603-A447-DB89-E03DDC3CDC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CD01250-DF9F-27A4-CA03-1742F4941B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D75E69D-26E3-2830-FBAD-FA83A5EB4CEE}"/>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6" name="フッター プレースホルダー 5">
            <a:extLst>
              <a:ext uri="{FF2B5EF4-FFF2-40B4-BE49-F238E27FC236}">
                <a16:creationId xmlns:a16="http://schemas.microsoft.com/office/drawing/2014/main" id="{30E0D2CF-5949-458B-6B3B-F016E9467F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1934D8D-8722-F10B-4E62-CA906FA668E9}"/>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32633763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07D022-8C66-2C6D-10F3-9BE612F4186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2D460C1-E928-1E26-D22A-D0C696CE3248}"/>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7A70F93-6AC2-077B-6C61-28B5E247E31E}"/>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CCF680EB-F834-8BA3-0682-201F07F51C5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3B7D9CC-563F-C028-57C8-C768B6B82865}"/>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2942234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F48B873F-1900-9E87-92DF-E820D9D1AD5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250210B-6573-69CF-B0AF-CF249DAD1A6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25BFA6E-9ACB-7F1D-7DBD-ADFE641E9019}"/>
              </a:ext>
            </a:extLst>
          </p:cNvPr>
          <p:cNvSpPr>
            <a:spLocks noGrp="1"/>
          </p:cNvSpPr>
          <p:nvPr>
            <p:ph type="dt" sz="half" idx="10"/>
          </p:nvPr>
        </p:nvSpPr>
        <p:spPr/>
        <p:txBody>
          <a:body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2DC33451-2E7A-182A-8D7B-C335538DCCB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05D45D-5AF5-08F5-8366-984EC2EE594D}"/>
              </a:ext>
            </a:extLst>
          </p:cNvPr>
          <p:cNvSpPr>
            <a:spLocks noGrp="1"/>
          </p:cNvSpPr>
          <p:nvPr>
            <p:ph type="sldNum" sz="quarter" idx="12"/>
          </p:nvPr>
        </p:nvSpPr>
        <p:spPr/>
        <p:txBody>
          <a:body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3166854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C9AFD82A-290C-8CD0-926C-0FF5C06B06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7E9B26-8117-A50A-2E80-BD2A81D8C6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C26A664-12EE-4551-8343-CCC0EC34FE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A3663A-2C88-4E42-AF9A-046141B7E3DF}" type="datetimeFigureOut">
              <a:rPr kumimoji="1" lang="ja-JP" altLang="en-US" smtClean="0"/>
              <a:t>2025/9/8</a:t>
            </a:fld>
            <a:endParaRPr kumimoji="1" lang="ja-JP" altLang="en-US"/>
          </a:p>
        </p:txBody>
      </p:sp>
      <p:sp>
        <p:nvSpPr>
          <p:cNvPr id="5" name="フッター プレースホルダー 4">
            <a:extLst>
              <a:ext uri="{FF2B5EF4-FFF2-40B4-BE49-F238E27FC236}">
                <a16:creationId xmlns:a16="http://schemas.microsoft.com/office/drawing/2014/main" id="{65423DA1-F28B-2212-4CE5-4F44DAED0DF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7768810-C8F5-C13E-F194-8B176E590E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09BE9C-CA4A-47EC-93A2-03BEBADA3448}" type="slidenum">
              <a:rPr kumimoji="1" lang="ja-JP" altLang="en-US" smtClean="0"/>
              <a:t>‹#›</a:t>
            </a:fld>
            <a:endParaRPr kumimoji="1" lang="ja-JP" altLang="en-US"/>
          </a:p>
        </p:txBody>
      </p:sp>
    </p:spTree>
    <p:extLst>
      <p:ext uri="{BB962C8B-B14F-4D97-AF65-F5344CB8AC3E}">
        <p14:creationId xmlns:p14="http://schemas.microsoft.com/office/powerpoint/2010/main" val="292681601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DDA7ED6-921D-D12B-98F5-E059A9067E10}"/>
              </a:ext>
            </a:extLst>
          </p:cNvPr>
          <p:cNvSpPr>
            <a:spLocks noGrp="1"/>
          </p:cNvSpPr>
          <p:nvPr>
            <p:ph type="ctrTitle"/>
          </p:nvPr>
        </p:nvSpPr>
        <p:spPr/>
        <p:txBody>
          <a:bodyPr>
            <a:normAutofit fontScale="90000"/>
          </a:bodyPr>
          <a:lstStyle/>
          <a:p>
            <a:pPr algn="l"/>
            <a:r>
              <a:rPr kumimoji="1" lang="ja-JP" altLang="en-US" b="1" dirty="0">
                <a:latin typeface="+mj-ea"/>
              </a:rPr>
              <a:t>リアルタイム聴覚フィードバックを用いた車いす推進技能学習の効果検証</a:t>
            </a:r>
          </a:p>
        </p:txBody>
      </p:sp>
      <p:sp>
        <p:nvSpPr>
          <p:cNvPr id="3" name="字幕 2">
            <a:extLst>
              <a:ext uri="{FF2B5EF4-FFF2-40B4-BE49-F238E27FC236}">
                <a16:creationId xmlns:a16="http://schemas.microsoft.com/office/drawing/2014/main" id="{66DE70D5-C1B2-F503-42CB-6A7F6C90FD1D}"/>
              </a:ext>
            </a:extLst>
          </p:cNvPr>
          <p:cNvSpPr>
            <a:spLocks noGrp="1"/>
          </p:cNvSpPr>
          <p:nvPr>
            <p:ph type="subTitle" idx="1"/>
          </p:nvPr>
        </p:nvSpPr>
        <p:spPr>
          <a:xfrm>
            <a:off x="1524000" y="4429352"/>
            <a:ext cx="9144000" cy="937305"/>
          </a:xfrm>
        </p:spPr>
        <p:txBody>
          <a:bodyPr/>
          <a:lstStyle/>
          <a:p>
            <a:pPr algn="l"/>
            <a:r>
              <a:rPr kumimoji="1" lang="ja-JP" altLang="en-US">
                <a:latin typeface="+mn-ea"/>
              </a:rPr>
              <a:t>上山颯太</a:t>
            </a:r>
            <a:endParaRPr kumimoji="1" lang="en-US" altLang="ja-JP">
              <a:latin typeface="+mn-ea"/>
            </a:endParaRPr>
          </a:p>
          <a:p>
            <a:pPr algn="l"/>
            <a:r>
              <a:rPr lang="ja-JP" altLang="en-US">
                <a:latin typeface="+mn-ea"/>
              </a:rPr>
              <a:t>指導教員</a:t>
            </a:r>
            <a:r>
              <a:rPr lang="en-US" altLang="ja-JP">
                <a:latin typeface="+mn-ea"/>
              </a:rPr>
              <a:t>: </a:t>
            </a:r>
            <a:r>
              <a:rPr lang="ja-JP" altLang="en-US">
                <a:latin typeface="+mn-ea"/>
              </a:rPr>
              <a:t>塗木淳夫</a:t>
            </a:r>
            <a:endParaRPr kumimoji="1" lang="ja-JP" altLang="en-US" dirty="0">
              <a:latin typeface="+mn-ea"/>
            </a:endParaRPr>
          </a:p>
        </p:txBody>
      </p:sp>
    </p:spTree>
    <p:extLst>
      <p:ext uri="{BB962C8B-B14F-4D97-AF65-F5344CB8AC3E}">
        <p14:creationId xmlns:p14="http://schemas.microsoft.com/office/powerpoint/2010/main" val="8898249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854E2CA-7760-5D00-A554-FA37DF939E59}"/>
              </a:ext>
            </a:extLst>
          </p:cNvPr>
          <p:cNvSpPr>
            <a:spLocks noGrp="1"/>
          </p:cNvSpPr>
          <p:nvPr>
            <p:ph type="title"/>
          </p:nvPr>
        </p:nvSpPr>
        <p:spPr>
          <a:xfrm>
            <a:off x="1156851" y="637762"/>
            <a:ext cx="9888496" cy="900131"/>
          </a:xfrm>
        </p:spPr>
        <p:txBody>
          <a:bodyPr anchor="t">
            <a:normAutofit/>
          </a:bodyPr>
          <a:lstStyle/>
          <a:p>
            <a:r>
              <a:rPr kumimoji="1" lang="ja-JP" altLang="en-US" sz="4000" b="1" dirty="0">
                <a:solidFill>
                  <a:schemeClr val="bg1"/>
                </a:solidFill>
              </a:rPr>
              <a:t>研究背景</a:t>
            </a:r>
          </a:p>
        </p:txBody>
      </p:sp>
      <p:sp>
        <p:nvSpPr>
          <p:cNvPr id="19"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73B88B91-DCBD-0F70-4AD5-A29BEF9F2ACB}"/>
              </a:ext>
            </a:extLst>
          </p:cNvPr>
          <p:cNvSpPr>
            <a:spLocks noGrp="1"/>
          </p:cNvSpPr>
          <p:nvPr>
            <p:ph idx="1"/>
          </p:nvPr>
        </p:nvSpPr>
        <p:spPr>
          <a:xfrm>
            <a:off x="1155548" y="2217343"/>
            <a:ext cx="9880893" cy="3959619"/>
          </a:xfrm>
        </p:spPr>
        <p:txBody>
          <a:bodyPr>
            <a:normAutofit lnSpcReduction="10000"/>
          </a:bodyPr>
          <a:lstStyle/>
          <a:p>
            <a:r>
              <a:rPr kumimoji="1" lang="ja-JP" altLang="en-US" sz="2400" dirty="0"/>
              <a:t>手動車いすは、運動機能障害を持つ人々にとって不可欠な移動手段であるが、非効率な推進技術は肩や手首への過度な負担を招き、二次的な障害のリスクを高める。</a:t>
            </a:r>
            <a:endParaRPr kumimoji="1" lang="en-US" altLang="ja-JP" sz="2400" dirty="0"/>
          </a:p>
          <a:p>
            <a:endParaRPr kumimoji="1" lang="en-US" altLang="ja-JP" sz="2400" dirty="0"/>
          </a:p>
          <a:p>
            <a:pPr marL="0" indent="0">
              <a:buNone/>
            </a:pPr>
            <a:r>
              <a:rPr kumimoji="1" lang="ja-JP" altLang="en-US" sz="2400" dirty="0"/>
              <a:t>   先行研究より、推進効率の向上と傷害予防の鍵となる要素</a:t>
            </a:r>
            <a:endParaRPr lang="en-US" altLang="ja-JP" sz="2400" dirty="0"/>
          </a:p>
          <a:p>
            <a:endParaRPr kumimoji="1" lang="en-US" altLang="ja-JP" sz="2400" dirty="0"/>
          </a:p>
          <a:p>
            <a:endParaRPr kumimoji="1" lang="en-US" altLang="ja-JP" sz="2400" dirty="0"/>
          </a:p>
          <a:p>
            <a:endParaRPr lang="en-US" altLang="ja-JP" sz="2400" dirty="0"/>
          </a:p>
          <a:p>
            <a:pPr lvl="1"/>
            <a:endParaRPr lang="en-US" altLang="ja-JP" sz="2000" dirty="0"/>
          </a:p>
          <a:p>
            <a:pPr marL="457200" lvl="1" indent="0" algn="r">
              <a:buNone/>
            </a:pPr>
            <a:endParaRPr lang="en-US" altLang="ja-JP" sz="1800" dirty="0"/>
          </a:p>
          <a:p>
            <a:pPr marL="457200" lvl="1" indent="0" algn="r">
              <a:buNone/>
            </a:pPr>
            <a:r>
              <a:rPr lang="ja-JP" altLang="en-US" sz="1800" dirty="0"/>
              <a:t>プッシュ角</a:t>
            </a:r>
            <a:r>
              <a:rPr lang="en-US" altLang="ja-JP" sz="1800" dirty="0"/>
              <a:t>: </a:t>
            </a:r>
            <a:r>
              <a:rPr lang="ja-JP" altLang="en-US" sz="1800" dirty="0"/>
              <a:t>車いすの車輪に手が接触している間の車輪の回転角度</a:t>
            </a:r>
          </a:p>
          <a:p>
            <a:pPr lvl="1"/>
            <a:endParaRPr kumimoji="1" lang="ja-JP" altLang="en-US" sz="2000" dirty="0"/>
          </a:p>
        </p:txBody>
      </p:sp>
      <p:sp>
        <p:nvSpPr>
          <p:cNvPr id="4" name="テキスト ボックス 3">
            <a:extLst>
              <a:ext uri="{FF2B5EF4-FFF2-40B4-BE49-F238E27FC236}">
                <a16:creationId xmlns:a16="http://schemas.microsoft.com/office/drawing/2014/main" id="{163E58A4-8421-6F1D-2F44-E6A93AFD4BE7}"/>
              </a:ext>
            </a:extLst>
          </p:cNvPr>
          <p:cNvSpPr txBox="1"/>
          <p:nvPr/>
        </p:nvSpPr>
        <p:spPr>
          <a:xfrm>
            <a:off x="2476491" y="4197152"/>
            <a:ext cx="7239006" cy="1200329"/>
          </a:xfrm>
          <a:prstGeom prst="rect">
            <a:avLst/>
          </a:prstGeom>
          <a:noFill/>
          <a:ln w="19050">
            <a:solidFill>
              <a:schemeClr val="tx1"/>
            </a:solidFill>
          </a:ln>
        </p:spPr>
        <p:txBody>
          <a:bodyPr wrap="square" rtlCol="0">
            <a:spAutoFit/>
          </a:bodyPr>
          <a:lstStyle/>
          <a:p>
            <a:pPr marL="342900" indent="-342900">
              <a:buFont typeface="Arial" panose="020B0604020202020204" pitchFamily="34" charset="0"/>
              <a:buChar char="•"/>
            </a:pPr>
            <a:r>
              <a:rPr lang="ja-JP" altLang="en-US" sz="2400" dirty="0"/>
              <a:t>一回の推進で長く力を加える「長いプッシュ角」</a:t>
            </a:r>
            <a:endParaRPr lang="en-US" altLang="ja-JP" sz="2400" dirty="0"/>
          </a:p>
          <a:p>
            <a:pPr marL="342900" indent="-342900">
              <a:buFont typeface="Arial" panose="020B0604020202020204" pitchFamily="34" charset="0"/>
              <a:buChar char="•"/>
            </a:pPr>
            <a:r>
              <a:rPr lang="ja-JP" altLang="en-US" sz="2400" dirty="0"/>
              <a:t>過度な繰り返しを避ける「低いプッシュ頻度」</a:t>
            </a:r>
            <a:endParaRPr lang="en-US" altLang="ja-JP" sz="2400" dirty="0"/>
          </a:p>
          <a:p>
            <a:pPr marL="342900" indent="-342900">
              <a:buFont typeface="Arial" panose="020B0604020202020204" pitchFamily="34" charset="0"/>
              <a:buChar char="•"/>
            </a:pPr>
            <a:r>
              <a:rPr lang="ja-JP" altLang="en-US" sz="2400" dirty="0"/>
              <a:t>「左右の推進力の対称性」</a:t>
            </a:r>
            <a:endParaRPr lang="en-US" altLang="ja-JP" sz="2400" dirty="0"/>
          </a:p>
        </p:txBody>
      </p:sp>
    </p:spTree>
    <p:extLst>
      <p:ext uri="{BB962C8B-B14F-4D97-AF65-F5344CB8AC3E}">
        <p14:creationId xmlns:p14="http://schemas.microsoft.com/office/powerpoint/2010/main" val="2261989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48DAE951-F461-5FC1-4D60-5C1529FFA518}"/>
              </a:ext>
            </a:extLst>
          </p:cNvPr>
          <p:cNvSpPr>
            <a:spLocks noGrp="1"/>
          </p:cNvSpPr>
          <p:nvPr>
            <p:ph type="title"/>
          </p:nvPr>
        </p:nvSpPr>
        <p:spPr>
          <a:xfrm>
            <a:off x="1156851" y="637762"/>
            <a:ext cx="9888496" cy="900131"/>
          </a:xfrm>
        </p:spPr>
        <p:txBody>
          <a:bodyPr anchor="t">
            <a:normAutofit/>
          </a:bodyPr>
          <a:lstStyle/>
          <a:p>
            <a:r>
              <a:rPr kumimoji="1" lang="ja-JP" altLang="en-US" sz="4000" b="1" dirty="0">
                <a:solidFill>
                  <a:schemeClr val="bg1"/>
                </a:solidFill>
              </a:rPr>
              <a:t>研究背景</a:t>
            </a:r>
          </a:p>
        </p:txBody>
      </p:sp>
      <p:sp>
        <p:nvSpPr>
          <p:cNvPr id="6"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6CD2AF42-478A-AA09-9539-A1E0EB6B42CF}"/>
              </a:ext>
            </a:extLst>
          </p:cNvPr>
          <p:cNvSpPr>
            <a:spLocks noGrp="1"/>
          </p:cNvSpPr>
          <p:nvPr>
            <p:ph idx="1"/>
          </p:nvPr>
        </p:nvSpPr>
        <p:spPr>
          <a:xfrm>
            <a:off x="1155548" y="2217343"/>
            <a:ext cx="9880893" cy="3959619"/>
          </a:xfrm>
        </p:spPr>
        <p:txBody>
          <a:bodyPr>
            <a:normAutofit/>
          </a:bodyPr>
          <a:lstStyle/>
          <a:p>
            <a:r>
              <a:rPr lang="ja-JP" altLang="en-US" sz="2400" dirty="0"/>
              <a:t>推進効率の向上と傷害予防につながる要素について</a:t>
            </a:r>
            <a:r>
              <a:rPr kumimoji="1" lang="ja-JP" altLang="en-US" sz="2400" dirty="0"/>
              <a:t>、バイオメカニクスに基づいたフィードバック訓練が</a:t>
            </a:r>
            <a:r>
              <a:rPr lang="ja-JP" altLang="en-US" sz="2400" dirty="0"/>
              <a:t>試みられてきた</a:t>
            </a:r>
            <a:endParaRPr lang="en-US" altLang="ja-JP" sz="2400" dirty="0"/>
          </a:p>
          <a:p>
            <a:r>
              <a:rPr lang="ja-JP" altLang="en-US" sz="2400" b="1" dirty="0"/>
              <a:t>視覚フィードバックの問題</a:t>
            </a:r>
            <a:endParaRPr lang="en-US" altLang="ja-JP" sz="2400" b="1" dirty="0"/>
          </a:p>
          <a:p>
            <a:pPr lvl="1"/>
            <a:r>
              <a:rPr lang="ja-JP" altLang="en-US" dirty="0"/>
              <a:t>高い認知的負荷</a:t>
            </a:r>
            <a:endParaRPr lang="en-US" altLang="ja-JP" dirty="0"/>
          </a:p>
          <a:p>
            <a:pPr lvl="1"/>
            <a:r>
              <a:rPr lang="ja-JP" altLang="en-US" u="sng" dirty="0"/>
              <a:t>フィードバック除去後のパフォーマンスがもとに戻りやすい</a:t>
            </a:r>
            <a:endParaRPr lang="en-US" altLang="ja-JP" u="sng" dirty="0"/>
          </a:p>
          <a:p>
            <a:endParaRPr lang="en-US" altLang="ja-JP" sz="2400" dirty="0"/>
          </a:p>
          <a:p>
            <a:endParaRPr lang="en-US" altLang="ja-JP" sz="2400" dirty="0"/>
          </a:p>
          <a:p>
            <a:endParaRPr lang="en-US" altLang="ja-JP" sz="2400" dirty="0"/>
          </a:p>
          <a:p>
            <a:endParaRPr lang="en-US" altLang="ja-JP" sz="2400" dirty="0"/>
          </a:p>
        </p:txBody>
      </p:sp>
      <p:sp>
        <p:nvSpPr>
          <p:cNvPr id="4" name="矢印: 上 3">
            <a:extLst>
              <a:ext uri="{FF2B5EF4-FFF2-40B4-BE49-F238E27FC236}">
                <a16:creationId xmlns:a16="http://schemas.microsoft.com/office/drawing/2014/main" id="{13E73980-8990-4B21-9BBE-2A2BCF903D20}"/>
              </a:ext>
            </a:extLst>
          </p:cNvPr>
          <p:cNvSpPr/>
          <p:nvPr/>
        </p:nvSpPr>
        <p:spPr>
          <a:xfrm>
            <a:off x="5344879" y="4273320"/>
            <a:ext cx="1502229" cy="598714"/>
          </a:xfrm>
          <a:prstGeom prst="up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247CD3D0-7C4D-2D25-C792-DB46C33C0851}"/>
              </a:ext>
            </a:extLst>
          </p:cNvPr>
          <p:cNvSpPr txBox="1"/>
          <p:nvPr/>
        </p:nvSpPr>
        <p:spPr>
          <a:xfrm>
            <a:off x="1155545" y="5169359"/>
            <a:ext cx="9880896" cy="1200329"/>
          </a:xfrm>
          <a:prstGeom prst="rect">
            <a:avLst/>
          </a:prstGeom>
          <a:noFill/>
          <a:ln w="19050">
            <a:solidFill>
              <a:schemeClr val="tx1"/>
            </a:solidFill>
          </a:ln>
        </p:spPr>
        <p:txBody>
          <a:bodyPr wrap="square" rtlCol="0">
            <a:spAutoFit/>
          </a:bodyPr>
          <a:lstStyle/>
          <a:p>
            <a:r>
              <a:rPr lang="ja-JP" altLang="en-US" sz="2400" b="1" dirty="0"/>
              <a:t>ガイダンス仮説</a:t>
            </a:r>
            <a:r>
              <a:rPr lang="en-US" altLang="ja-JP" sz="2400" dirty="0"/>
              <a:t>:</a:t>
            </a:r>
            <a:r>
              <a:rPr lang="ja-JP" altLang="en-US" sz="2400" dirty="0"/>
              <a:t> 学習過程における外的フィードバックを与えすぎると学習の定着や転移を阻害し、フィードバックが除去された際にパフォーマンスが著しく低下する。</a:t>
            </a:r>
          </a:p>
        </p:txBody>
      </p:sp>
    </p:spTree>
    <p:extLst>
      <p:ext uri="{BB962C8B-B14F-4D97-AF65-F5344CB8AC3E}">
        <p14:creationId xmlns:p14="http://schemas.microsoft.com/office/powerpoint/2010/main" val="1179678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37D81149-B6E2-5CF9-0E3B-78D4C08B1CC9}"/>
              </a:ext>
            </a:extLst>
          </p:cNvPr>
          <p:cNvSpPr>
            <a:spLocks noGrp="1"/>
          </p:cNvSpPr>
          <p:nvPr>
            <p:ph type="title"/>
          </p:nvPr>
        </p:nvSpPr>
        <p:spPr>
          <a:xfrm>
            <a:off x="1156851" y="637762"/>
            <a:ext cx="9888496" cy="900131"/>
          </a:xfrm>
        </p:spPr>
        <p:txBody>
          <a:bodyPr anchor="t">
            <a:normAutofit/>
          </a:bodyPr>
          <a:lstStyle/>
          <a:p>
            <a:r>
              <a:rPr kumimoji="1" lang="ja-JP" altLang="en-US" sz="4000" b="1" dirty="0">
                <a:solidFill>
                  <a:schemeClr val="bg1"/>
                </a:solidFill>
              </a:rPr>
              <a:t>研究背景</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4491C60-8E7D-9E74-3C13-98C1EDCA6F97}"/>
              </a:ext>
            </a:extLst>
          </p:cNvPr>
          <p:cNvSpPr>
            <a:spLocks noGrp="1"/>
          </p:cNvSpPr>
          <p:nvPr>
            <p:ph idx="1"/>
          </p:nvPr>
        </p:nvSpPr>
        <p:spPr>
          <a:xfrm>
            <a:off x="1155548" y="2217343"/>
            <a:ext cx="9880893" cy="3959619"/>
          </a:xfrm>
        </p:spPr>
        <p:txBody>
          <a:bodyPr>
            <a:normAutofit/>
          </a:bodyPr>
          <a:lstStyle/>
          <a:p>
            <a:pPr marL="0" indent="0">
              <a:buNone/>
            </a:pPr>
            <a:r>
              <a:rPr lang="en-US" altLang="ja-JP" sz="2400" dirty="0"/>
              <a:t>Shinya Fujii, Tea Lulic, Joyce L. Chen (2016) </a:t>
            </a:r>
          </a:p>
          <a:p>
            <a:pPr marL="0" indent="0">
              <a:buNone/>
            </a:pPr>
            <a:r>
              <a:rPr lang="en-US" altLang="ja-JP" sz="2400" dirty="0"/>
              <a:t>More Feedback Is Better than Less: Learning a Novel Upper Limb Joint Coordination Pattern with Augmented Auditory Feedback</a:t>
            </a:r>
          </a:p>
          <a:p>
            <a:pPr marL="0" indent="0">
              <a:buNone/>
            </a:pPr>
            <a:r>
              <a:rPr lang="en-US" altLang="ja-JP" sz="2000" dirty="0"/>
              <a:t>	</a:t>
            </a:r>
            <a:r>
              <a:rPr lang="ja-JP" altLang="en-US" sz="2000" dirty="0"/>
              <a:t>→</a:t>
            </a:r>
            <a:r>
              <a:rPr lang="ja-JP" altLang="en-US" sz="2000" u="sng" dirty="0"/>
              <a:t>ガイダンス仮説が聴覚フィードバックには当てはまらない可能性</a:t>
            </a:r>
            <a:r>
              <a:rPr lang="ja-JP" altLang="en-US" sz="2000" dirty="0"/>
              <a:t>を示唆</a:t>
            </a:r>
            <a:endParaRPr lang="en-US" altLang="ja-JP" dirty="0"/>
          </a:p>
          <a:p>
            <a:r>
              <a:rPr lang="ja-JP" altLang="en-US" sz="2400" b="1" dirty="0"/>
              <a:t>聴覚フィードバックの利点</a:t>
            </a:r>
            <a:endParaRPr lang="en-US" altLang="ja-JP" sz="2400" dirty="0"/>
          </a:p>
          <a:p>
            <a:pPr lvl="1"/>
            <a:r>
              <a:rPr lang="ja-JP" altLang="en-US" dirty="0"/>
              <a:t>視覚チャネルを占有せず、注意リソースの競合を回避</a:t>
            </a:r>
            <a:endParaRPr lang="en-US" altLang="ja-JP" dirty="0"/>
          </a:p>
          <a:p>
            <a:pPr marL="457200" lvl="1" indent="0">
              <a:buNone/>
            </a:pPr>
            <a:r>
              <a:rPr lang="ja-JP" altLang="en-US" dirty="0"/>
              <a:t>（認知負荷の軽減）</a:t>
            </a:r>
          </a:p>
          <a:p>
            <a:pPr lvl="1"/>
            <a:r>
              <a:rPr lang="ja-JP" altLang="en-US" dirty="0"/>
              <a:t>内在的フィードバックを「補強」する形で機能し、ガイダンス仮説における学習阻害の回避を期待できる</a:t>
            </a:r>
            <a:endParaRPr lang="en-US" altLang="ja-JP" dirty="0"/>
          </a:p>
        </p:txBody>
      </p:sp>
    </p:spTree>
    <p:extLst>
      <p:ext uri="{BB962C8B-B14F-4D97-AF65-F5344CB8AC3E}">
        <p14:creationId xmlns:p14="http://schemas.microsoft.com/office/powerpoint/2010/main" val="3807060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E74ACF4-001B-B18C-F319-0F13E3623510}"/>
              </a:ext>
            </a:extLst>
          </p:cNvPr>
          <p:cNvSpPr>
            <a:spLocks noGrp="1"/>
          </p:cNvSpPr>
          <p:nvPr>
            <p:ph type="title"/>
          </p:nvPr>
        </p:nvSpPr>
        <p:spPr>
          <a:xfrm>
            <a:off x="1156851" y="637762"/>
            <a:ext cx="9888496" cy="900131"/>
          </a:xfrm>
        </p:spPr>
        <p:txBody>
          <a:bodyPr anchor="t">
            <a:normAutofit/>
          </a:bodyPr>
          <a:lstStyle/>
          <a:p>
            <a:r>
              <a:rPr kumimoji="1" lang="ja-JP" altLang="en-US" sz="4000" b="1">
                <a:solidFill>
                  <a:schemeClr val="bg1"/>
                </a:solidFill>
              </a:rPr>
              <a:t>研究目的</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AB5456D4-28AC-C667-7AF9-BB99BE731963}"/>
              </a:ext>
            </a:extLst>
          </p:cNvPr>
          <p:cNvSpPr>
            <a:spLocks noGrp="1"/>
          </p:cNvSpPr>
          <p:nvPr>
            <p:ph idx="1"/>
          </p:nvPr>
        </p:nvSpPr>
        <p:spPr>
          <a:xfrm>
            <a:off x="1155548" y="2217343"/>
            <a:ext cx="9880893" cy="3959619"/>
          </a:xfrm>
        </p:spPr>
        <p:txBody>
          <a:bodyPr>
            <a:normAutofit/>
          </a:bodyPr>
          <a:lstStyle/>
          <a:p>
            <a:r>
              <a:rPr kumimoji="1" lang="ja-JP" altLang="en-US" sz="3200" dirty="0"/>
              <a:t>目的</a:t>
            </a:r>
            <a:r>
              <a:rPr kumimoji="1" lang="en-US" altLang="ja-JP" sz="3200" dirty="0"/>
              <a:t>: </a:t>
            </a:r>
            <a:r>
              <a:rPr kumimoji="1" lang="ja-JP" altLang="en-US" sz="3200" dirty="0"/>
              <a:t>車いす推進技能をより効率的に学習し、技能を向上させるためのリアルタイム聴覚フィードバックシステムを開発し、その有効性を検証する</a:t>
            </a:r>
            <a:endParaRPr lang="en-US" altLang="ja-JP" sz="3200" dirty="0"/>
          </a:p>
          <a:p>
            <a:endParaRPr kumimoji="1" lang="en-US" altLang="ja-JP" sz="2400" dirty="0"/>
          </a:p>
        </p:txBody>
      </p:sp>
    </p:spTree>
    <p:extLst>
      <p:ext uri="{BB962C8B-B14F-4D97-AF65-F5344CB8AC3E}">
        <p14:creationId xmlns:p14="http://schemas.microsoft.com/office/powerpoint/2010/main" val="2061856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6EC2F83-AD67-42A3-0C10-DD1466431FB5}"/>
              </a:ext>
            </a:extLst>
          </p:cNvPr>
          <p:cNvSpPr>
            <a:spLocks noGrp="1"/>
          </p:cNvSpPr>
          <p:nvPr>
            <p:ph type="title"/>
          </p:nvPr>
        </p:nvSpPr>
        <p:spPr>
          <a:xfrm>
            <a:off x="1156851" y="637762"/>
            <a:ext cx="9888496" cy="900131"/>
          </a:xfrm>
        </p:spPr>
        <p:txBody>
          <a:bodyPr anchor="t">
            <a:normAutofit/>
          </a:bodyPr>
          <a:lstStyle/>
          <a:p>
            <a:r>
              <a:rPr lang="ja-JP" altLang="en-US" sz="4000" b="1">
                <a:solidFill>
                  <a:schemeClr val="bg1"/>
                </a:solidFill>
              </a:rPr>
              <a:t>実験</a:t>
            </a:r>
            <a:r>
              <a:rPr kumimoji="1" lang="ja-JP" altLang="en-US" sz="4000" b="1">
                <a:solidFill>
                  <a:schemeClr val="bg1"/>
                </a:solidFill>
              </a:rPr>
              <a:t>デザイン</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B03380D2-2E4F-12BA-E5D0-43FD00CC18DD}"/>
              </a:ext>
            </a:extLst>
          </p:cNvPr>
          <p:cNvSpPr>
            <a:spLocks noGrp="1"/>
          </p:cNvSpPr>
          <p:nvPr>
            <p:ph idx="1"/>
          </p:nvPr>
        </p:nvSpPr>
        <p:spPr>
          <a:xfrm>
            <a:off x="1155548" y="2217343"/>
            <a:ext cx="9880893" cy="3959619"/>
          </a:xfrm>
        </p:spPr>
        <p:txBody>
          <a:bodyPr>
            <a:normAutofit/>
          </a:bodyPr>
          <a:lstStyle/>
          <a:p>
            <a:r>
              <a:rPr kumimoji="1" lang="en-US" altLang="ja-JP" sz="2400" dirty="0"/>
              <a:t>3</a:t>
            </a:r>
            <a:r>
              <a:rPr kumimoji="1" lang="ja-JP" altLang="en-US" sz="2400" dirty="0"/>
              <a:t>群間比較のランダム化比較試験</a:t>
            </a:r>
            <a:r>
              <a:rPr kumimoji="1" lang="en-US" altLang="ja-JP" sz="2400" dirty="0"/>
              <a:t>(RCT)</a:t>
            </a:r>
            <a:r>
              <a:rPr kumimoji="1" lang="ja-JP" altLang="en-US" sz="2400" dirty="0"/>
              <a:t>を採用</a:t>
            </a:r>
            <a:endParaRPr kumimoji="1" lang="en-US" altLang="ja-JP" sz="2400" dirty="0"/>
          </a:p>
          <a:p>
            <a:pPr lvl="1"/>
            <a:r>
              <a:rPr kumimoji="1" lang="ja-JP" altLang="en-US" b="1" dirty="0"/>
              <a:t>聴覚フィードバック群</a:t>
            </a:r>
            <a:r>
              <a:rPr kumimoji="1" lang="en-US" altLang="ja-JP" dirty="0"/>
              <a:t>: </a:t>
            </a:r>
            <a:r>
              <a:rPr kumimoji="1" lang="ja-JP" altLang="en-US" dirty="0"/>
              <a:t>開発したシステムからリアルタイム聴覚フィードバックを受けながらタスクを行う</a:t>
            </a:r>
            <a:endParaRPr kumimoji="1" lang="en-US" altLang="ja-JP" dirty="0"/>
          </a:p>
          <a:p>
            <a:pPr lvl="1"/>
            <a:r>
              <a:rPr lang="ja-JP" altLang="en-US" b="1" dirty="0"/>
              <a:t>視覚フィードバック群</a:t>
            </a:r>
            <a:r>
              <a:rPr lang="en-US" altLang="ja-JP" dirty="0"/>
              <a:t>: </a:t>
            </a:r>
            <a:r>
              <a:rPr lang="ja-JP" altLang="en-US" dirty="0"/>
              <a:t>従来の研究で用いられてきた視覚フィードバック（ゲージ表示）を受けながらタスクを行う</a:t>
            </a:r>
            <a:endParaRPr lang="en-US" altLang="ja-JP" dirty="0"/>
          </a:p>
          <a:p>
            <a:pPr lvl="1"/>
            <a:r>
              <a:rPr lang="ja-JP" altLang="en-US" b="1" dirty="0"/>
              <a:t>フィードバック無しの群</a:t>
            </a:r>
            <a:r>
              <a:rPr lang="en-US" altLang="ja-JP" dirty="0"/>
              <a:t>: </a:t>
            </a:r>
            <a:r>
              <a:rPr lang="ja-JP" altLang="en-US" dirty="0"/>
              <a:t>フィードバックを受けずに、自己の感覚のみでタスクを行う</a:t>
            </a:r>
            <a:endParaRPr lang="en-US" altLang="ja-JP" dirty="0"/>
          </a:p>
          <a:p>
            <a:endParaRPr lang="en-US" altLang="ja-JP" sz="2400" dirty="0"/>
          </a:p>
          <a:p>
            <a:r>
              <a:rPr lang="ja-JP" altLang="en-US" sz="2400" dirty="0"/>
              <a:t>各群最低</a:t>
            </a:r>
            <a:r>
              <a:rPr lang="en-US" altLang="ja-JP" sz="2400" dirty="0"/>
              <a:t>10</a:t>
            </a:r>
            <a:r>
              <a:rPr lang="ja-JP" altLang="en-US" sz="2400" dirty="0"/>
              <a:t>人の被験者、</a:t>
            </a:r>
            <a:r>
              <a:rPr lang="en-US" altLang="ja-JP" sz="2400" dirty="0"/>
              <a:t>15</a:t>
            </a:r>
            <a:r>
              <a:rPr lang="ja-JP" altLang="en-US" sz="2400" dirty="0"/>
              <a:t>人を目標</a:t>
            </a:r>
            <a:endParaRPr lang="en-US" altLang="ja-JP" sz="2400" dirty="0"/>
          </a:p>
          <a:p>
            <a:endParaRPr kumimoji="1" lang="en-US" altLang="ja-JP" sz="2400" dirty="0"/>
          </a:p>
        </p:txBody>
      </p:sp>
    </p:spTree>
    <p:extLst>
      <p:ext uri="{BB962C8B-B14F-4D97-AF65-F5344CB8AC3E}">
        <p14:creationId xmlns:p14="http://schemas.microsoft.com/office/powerpoint/2010/main" val="2950006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9000D217-05D3-18D2-6A9F-197EC1ABB584}"/>
              </a:ext>
            </a:extLst>
          </p:cNvPr>
          <p:cNvSpPr>
            <a:spLocks noGrp="1"/>
          </p:cNvSpPr>
          <p:nvPr>
            <p:ph type="title"/>
          </p:nvPr>
        </p:nvSpPr>
        <p:spPr>
          <a:xfrm>
            <a:off x="1156851" y="637762"/>
            <a:ext cx="9888496" cy="900131"/>
          </a:xfrm>
        </p:spPr>
        <p:txBody>
          <a:bodyPr anchor="t">
            <a:normAutofit/>
          </a:bodyPr>
          <a:lstStyle/>
          <a:p>
            <a:r>
              <a:rPr lang="ja-JP" altLang="en-US" sz="4000" dirty="0">
                <a:solidFill>
                  <a:schemeClr val="bg1"/>
                </a:solidFill>
              </a:rPr>
              <a:t>実験システム</a:t>
            </a:r>
            <a:endParaRPr kumimoji="1" lang="ja-JP" altLang="en-US" sz="4000" dirty="0">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35AF9F75-B91E-A483-4CC1-54CAE0B8889A}"/>
              </a:ext>
            </a:extLst>
          </p:cNvPr>
          <p:cNvSpPr>
            <a:spLocks noGrp="1"/>
          </p:cNvSpPr>
          <p:nvPr>
            <p:ph idx="1"/>
          </p:nvPr>
        </p:nvSpPr>
        <p:spPr>
          <a:xfrm>
            <a:off x="1155549" y="2217343"/>
            <a:ext cx="4940436" cy="3959619"/>
          </a:xfrm>
        </p:spPr>
        <p:txBody>
          <a:bodyPr>
            <a:normAutofit/>
          </a:bodyPr>
          <a:lstStyle/>
          <a:p>
            <a:r>
              <a:rPr lang="ja-JP" altLang="en-US" sz="2400" dirty="0"/>
              <a:t>計測システム</a:t>
            </a:r>
            <a:r>
              <a:rPr lang="en-US" altLang="ja-JP" sz="2400" dirty="0"/>
              <a:t>: </a:t>
            </a:r>
            <a:r>
              <a:rPr lang="ja-JP" altLang="en-US" sz="2400" dirty="0"/>
              <a:t>被験者の両手首および車いすの両輪にモーショントラッカーを装着し、推進動作の運動学データをリアルタイムで取得する。</a:t>
            </a:r>
            <a:endParaRPr lang="en-US" altLang="ja-JP" sz="2400" dirty="0"/>
          </a:p>
          <a:p>
            <a:endParaRPr kumimoji="1" lang="ja-JP" altLang="en-US" sz="2400" dirty="0"/>
          </a:p>
        </p:txBody>
      </p:sp>
      <p:pic>
        <p:nvPicPr>
          <p:cNvPr id="7" name="図 6" descr="男性の線画&#10;&#10;AI 生成コンテンツは誤りを含む可能性があります。">
            <a:extLst>
              <a:ext uri="{FF2B5EF4-FFF2-40B4-BE49-F238E27FC236}">
                <a16:creationId xmlns:a16="http://schemas.microsoft.com/office/drawing/2014/main" id="{1ECE45B7-94F0-7603-416C-CC6595078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5994" y="1676388"/>
            <a:ext cx="5181612" cy="5181612"/>
          </a:xfrm>
          <a:prstGeom prst="rect">
            <a:avLst/>
          </a:prstGeom>
        </p:spPr>
      </p:pic>
      <p:sp>
        <p:nvSpPr>
          <p:cNvPr id="11" name="楕円 10">
            <a:extLst>
              <a:ext uri="{FF2B5EF4-FFF2-40B4-BE49-F238E27FC236}">
                <a16:creationId xmlns:a16="http://schemas.microsoft.com/office/drawing/2014/main" id="{A69ADEA4-0BC4-BDAE-D69A-4538FF6BA36E}"/>
              </a:ext>
            </a:extLst>
          </p:cNvPr>
          <p:cNvSpPr/>
          <p:nvPr/>
        </p:nvSpPr>
        <p:spPr>
          <a:xfrm>
            <a:off x="7615162" y="3979194"/>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solidFill>
              </a:ln>
              <a:solidFill>
                <a:schemeClr val="tx1"/>
              </a:solidFill>
            </a:endParaRPr>
          </a:p>
        </p:txBody>
      </p:sp>
      <p:sp>
        <p:nvSpPr>
          <p:cNvPr id="13" name="楕円 12">
            <a:extLst>
              <a:ext uri="{FF2B5EF4-FFF2-40B4-BE49-F238E27FC236}">
                <a16:creationId xmlns:a16="http://schemas.microsoft.com/office/drawing/2014/main" id="{AFE5193F-BCA7-D522-BE91-BBC95ED0B06E}"/>
              </a:ext>
            </a:extLst>
          </p:cNvPr>
          <p:cNvSpPr/>
          <p:nvPr/>
        </p:nvSpPr>
        <p:spPr>
          <a:xfrm>
            <a:off x="7615162" y="5025359"/>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solidFill>
              </a:ln>
              <a:solidFill>
                <a:schemeClr val="tx1"/>
              </a:solidFill>
            </a:endParaRPr>
          </a:p>
        </p:txBody>
      </p:sp>
      <p:sp>
        <p:nvSpPr>
          <p:cNvPr id="14" name="楕円 13">
            <a:extLst>
              <a:ext uri="{FF2B5EF4-FFF2-40B4-BE49-F238E27FC236}">
                <a16:creationId xmlns:a16="http://schemas.microsoft.com/office/drawing/2014/main" id="{AD46DAEB-2F69-CA00-CE55-30A1A8FD35FD}"/>
              </a:ext>
            </a:extLst>
          </p:cNvPr>
          <p:cNvSpPr/>
          <p:nvPr/>
        </p:nvSpPr>
        <p:spPr>
          <a:xfrm>
            <a:off x="9630229" y="4331092"/>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solidFill>
              </a:ln>
              <a:solidFill>
                <a:schemeClr val="tx1"/>
              </a:solidFill>
            </a:endParaRPr>
          </a:p>
        </p:txBody>
      </p:sp>
      <p:sp>
        <p:nvSpPr>
          <p:cNvPr id="15" name="楕円 14">
            <a:extLst>
              <a:ext uri="{FF2B5EF4-FFF2-40B4-BE49-F238E27FC236}">
                <a16:creationId xmlns:a16="http://schemas.microsoft.com/office/drawing/2014/main" id="{7D02D7DA-651D-C3C0-F8DF-6D5A1663C84A}"/>
              </a:ext>
            </a:extLst>
          </p:cNvPr>
          <p:cNvSpPr/>
          <p:nvPr/>
        </p:nvSpPr>
        <p:spPr>
          <a:xfrm>
            <a:off x="9003696" y="3535225"/>
            <a:ext cx="288000" cy="288000"/>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solidFill>
              </a:ln>
              <a:solidFill>
                <a:schemeClr val="tx1"/>
              </a:solidFill>
            </a:endParaRPr>
          </a:p>
        </p:txBody>
      </p:sp>
      <p:sp>
        <p:nvSpPr>
          <p:cNvPr id="16" name="楕円 15">
            <a:extLst>
              <a:ext uri="{FF2B5EF4-FFF2-40B4-BE49-F238E27FC236}">
                <a16:creationId xmlns:a16="http://schemas.microsoft.com/office/drawing/2014/main" id="{EAFA6F66-692F-D71E-DBF9-0BF1DC9DC2B7}"/>
              </a:ext>
            </a:extLst>
          </p:cNvPr>
          <p:cNvSpPr/>
          <p:nvPr/>
        </p:nvSpPr>
        <p:spPr>
          <a:xfrm>
            <a:off x="8261924" y="2010758"/>
            <a:ext cx="720000" cy="540000"/>
          </a:xfrm>
          <a:prstGeom prst="ellipse">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n>
                <a:solidFill>
                  <a:schemeClr val="tx1"/>
                </a:solidFill>
              </a:ln>
              <a:solidFill>
                <a:schemeClr val="tx1"/>
              </a:solidFill>
            </a:endParaRPr>
          </a:p>
        </p:txBody>
      </p:sp>
      <p:cxnSp>
        <p:nvCxnSpPr>
          <p:cNvPr id="18" name="直線矢印コネクタ 17">
            <a:extLst>
              <a:ext uri="{FF2B5EF4-FFF2-40B4-BE49-F238E27FC236}">
                <a16:creationId xmlns:a16="http://schemas.microsoft.com/office/drawing/2014/main" id="{4F42FE8E-B2FD-C31F-660F-D826B694865B}"/>
              </a:ext>
            </a:extLst>
          </p:cNvPr>
          <p:cNvCxnSpPr>
            <a:cxnSpLocks/>
            <a:endCxn id="11" idx="2"/>
          </p:cNvCxnSpPr>
          <p:nvPr/>
        </p:nvCxnSpPr>
        <p:spPr>
          <a:xfrm flipV="1">
            <a:off x="5181580" y="4123194"/>
            <a:ext cx="2433582" cy="1456339"/>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直線矢印コネクタ 19">
            <a:extLst>
              <a:ext uri="{FF2B5EF4-FFF2-40B4-BE49-F238E27FC236}">
                <a16:creationId xmlns:a16="http://schemas.microsoft.com/office/drawing/2014/main" id="{1E00B778-CEC9-1EA0-5F7E-153060649A45}"/>
              </a:ext>
            </a:extLst>
          </p:cNvPr>
          <p:cNvCxnSpPr>
            <a:cxnSpLocks/>
            <a:endCxn id="15" idx="2"/>
          </p:cNvCxnSpPr>
          <p:nvPr/>
        </p:nvCxnSpPr>
        <p:spPr>
          <a:xfrm flipV="1">
            <a:off x="5181600" y="3679225"/>
            <a:ext cx="3822096" cy="1900308"/>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直線矢印コネクタ 23">
            <a:extLst>
              <a:ext uri="{FF2B5EF4-FFF2-40B4-BE49-F238E27FC236}">
                <a16:creationId xmlns:a16="http://schemas.microsoft.com/office/drawing/2014/main" id="{D65195B4-BB04-DBA9-6CB5-F2FC1609F99F}"/>
              </a:ext>
            </a:extLst>
          </p:cNvPr>
          <p:cNvCxnSpPr>
            <a:cxnSpLocks/>
            <a:endCxn id="14" idx="2"/>
          </p:cNvCxnSpPr>
          <p:nvPr/>
        </p:nvCxnSpPr>
        <p:spPr>
          <a:xfrm flipV="1">
            <a:off x="5181590" y="4475092"/>
            <a:ext cx="4448639" cy="1104441"/>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8" name="直線矢印コネクタ 27">
            <a:extLst>
              <a:ext uri="{FF2B5EF4-FFF2-40B4-BE49-F238E27FC236}">
                <a16:creationId xmlns:a16="http://schemas.microsoft.com/office/drawing/2014/main" id="{DDC05960-DE7B-7C30-E462-642BDCFAE3CE}"/>
              </a:ext>
            </a:extLst>
          </p:cNvPr>
          <p:cNvCxnSpPr>
            <a:cxnSpLocks/>
            <a:endCxn id="13" idx="2"/>
          </p:cNvCxnSpPr>
          <p:nvPr/>
        </p:nvCxnSpPr>
        <p:spPr>
          <a:xfrm flipV="1">
            <a:off x="5181590" y="5169359"/>
            <a:ext cx="2433572" cy="410174"/>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5" name="テキスト ボックス 34">
            <a:extLst>
              <a:ext uri="{FF2B5EF4-FFF2-40B4-BE49-F238E27FC236}">
                <a16:creationId xmlns:a16="http://schemas.microsoft.com/office/drawing/2014/main" id="{E11F38DB-0C1F-DB07-68D1-64985A161B1C}"/>
              </a:ext>
            </a:extLst>
          </p:cNvPr>
          <p:cNvSpPr txBox="1"/>
          <p:nvPr/>
        </p:nvSpPr>
        <p:spPr>
          <a:xfrm>
            <a:off x="2709332" y="5418099"/>
            <a:ext cx="2472238" cy="369332"/>
          </a:xfrm>
          <a:prstGeom prst="rect">
            <a:avLst/>
          </a:prstGeom>
          <a:noFill/>
        </p:spPr>
        <p:txBody>
          <a:bodyPr wrap="square" rtlCol="0">
            <a:spAutoFit/>
          </a:bodyPr>
          <a:lstStyle/>
          <a:p>
            <a:r>
              <a:rPr lang="ja-JP" altLang="en-US" dirty="0"/>
              <a:t>モーショントラッカー</a:t>
            </a:r>
            <a:endParaRPr kumimoji="1" lang="ja-JP" altLang="en-US" dirty="0"/>
          </a:p>
        </p:txBody>
      </p:sp>
      <p:sp>
        <p:nvSpPr>
          <p:cNvPr id="37" name="テキスト ボックス 36">
            <a:extLst>
              <a:ext uri="{FF2B5EF4-FFF2-40B4-BE49-F238E27FC236}">
                <a16:creationId xmlns:a16="http://schemas.microsoft.com/office/drawing/2014/main" id="{0DE91EBA-4901-ED93-F340-6055A7B3601C}"/>
              </a:ext>
            </a:extLst>
          </p:cNvPr>
          <p:cNvSpPr txBox="1"/>
          <p:nvPr/>
        </p:nvSpPr>
        <p:spPr>
          <a:xfrm>
            <a:off x="3614213" y="4520065"/>
            <a:ext cx="1570712" cy="369332"/>
          </a:xfrm>
          <a:prstGeom prst="rect">
            <a:avLst/>
          </a:prstGeom>
          <a:noFill/>
        </p:spPr>
        <p:txBody>
          <a:bodyPr wrap="square" rtlCol="0">
            <a:spAutoFit/>
          </a:bodyPr>
          <a:lstStyle/>
          <a:p>
            <a:r>
              <a:rPr kumimoji="1" lang="ja-JP" altLang="en-US" dirty="0"/>
              <a:t>ヘッドセット</a:t>
            </a:r>
          </a:p>
        </p:txBody>
      </p:sp>
      <p:cxnSp>
        <p:nvCxnSpPr>
          <p:cNvPr id="47" name="直線矢印コネクタ 46">
            <a:extLst>
              <a:ext uri="{FF2B5EF4-FFF2-40B4-BE49-F238E27FC236}">
                <a16:creationId xmlns:a16="http://schemas.microsoft.com/office/drawing/2014/main" id="{0B3DCADC-C204-8549-9016-89BE4B434AAE}"/>
              </a:ext>
            </a:extLst>
          </p:cNvPr>
          <p:cNvCxnSpPr>
            <a:cxnSpLocks/>
            <a:stCxn id="37" idx="3"/>
            <a:endCxn id="16" idx="2"/>
          </p:cNvCxnSpPr>
          <p:nvPr/>
        </p:nvCxnSpPr>
        <p:spPr>
          <a:xfrm flipV="1">
            <a:off x="5184925" y="2280758"/>
            <a:ext cx="3076999" cy="2423973"/>
          </a:xfrm>
          <a:prstGeom prst="straightConnector1">
            <a:avLst/>
          </a:prstGeom>
          <a:ln>
            <a:solidFill>
              <a:schemeClr val="tx2">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2614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2C0EC3A0-EC62-D754-7253-2E4CF3D445B5}"/>
              </a:ext>
            </a:extLst>
          </p:cNvPr>
          <p:cNvSpPr>
            <a:spLocks noGrp="1"/>
          </p:cNvSpPr>
          <p:nvPr>
            <p:ph type="title"/>
          </p:nvPr>
        </p:nvSpPr>
        <p:spPr>
          <a:xfrm>
            <a:off x="1156851" y="637762"/>
            <a:ext cx="9888496" cy="900131"/>
          </a:xfrm>
        </p:spPr>
        <p:txBody>
          <a:bodyPr anchor="t">
            <a:normAutofit/>
          </a:bodyPr>
          <a:lstStyle/>
          <a:p>
            <a:r>
              <a:rPr kumimoji="1" lang="ja-JP" altLang="en-US" sz="4000" b="1">
                <a:solidFill>
                  <a:schemeClr val="bg1"/>
                </a:solidFill>
              </a:rPr>
              <a:t>実験システム</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D0C834AF-9A66-0215-146D-616FFBF90F1B}"/>
              </a:ext>
            </a:extLst>
          </p:cNvPr>
          <p:cNvSpPr>
            <a:spLocks noGrp="1"/>
          </p:cNvSpPr>
          <p:nvPr>
            <p:ph idx="1"/>
          </p:nvPr>
        </p:nvSpPr>
        <p:spPr>
          <a:xfrm>
            <a:off x="1155549" y="2217343"/>
            <a:ext cx="7063166" cy="4002895"/>
          </a:xfrm>
        </p:spPr>
        <p:txBody>
          <a:bodyPr>
            <a:normAutofit/>
          </a:bodyPr>
          <a:lstStyle/>
          <a:p>
            <a:r>
              <a:rPr kumimoji="1" lang="ja-JP" altLang="en-US" sz="2400" dirty="0"/>
              <a:t>処理</a:t>
            </a:r>
            <a:r>
              <a:rPr kumimoji="1" lang="en-US" altLang="ja-JP" sz="2400" dirty="0"/>
              <a:t>: </a:t>
            </a:r>
            <a:r>
              <a:rPr kumimoji="1" lang="ja-JP" altLang="en-US" sz="2400" dirty="0"/>
              <a:t>取得したデータは </a:t>
            </a:r>
            <a:r>
              <a:rPr kumimoji="1" lang="en-US" altLang="ja-JP" sz="2400" dirty="0"/>
              <a:t>Unity </a:t>
            </a:r>
            <a:r>
              <a:rPr kumimoji="1" lang="ja-JP" altLang="en-US" sz="2400" dirty="0"/>
              <a:t>アプリケーションでリアルタイムに処理され、</a:t>
            </a:r>
            <a:r>
              <a:rPr lang="ja-JP" altLang="en-US" sz="2400" dirty="0"/>
              <a:t>視覚</a:t>
            </a:r>
            <a:r>
              <a:rPr lang="en-US" altLang="ja-JP" sz="2400" dirty="0"/>
              <a:t>/</a:t>
            </a:r>
            <a:r>
              <a:rPr lang="ja-JP" altLang="en-US" sz="2400" dirty="0"/>
              <a:t>聴覚</a:t>
            </a:r>
            <a:r>
              <a:rPr kumimoji="1" lang="ja-JP" altLang="en-US" sz="2400" dirty="0"/>
              <a:t>フィードバックが生成される。フィードバックはヘッドセットから行われ</a:t>
            </a:r>
            <a:r>
              <a:rPr lang="ja-JP" altLang="en-US" sz="2400" dirty="0"/>
              <a:t>る。</a:t>
            </a:r>
            <a:endParaRPr lang="en-US" altLang="ja-JP" sz="2400" dirty="0"/>
          </a:p>
          <a:p>
            <a:endParaRPr kumimoji="1" lang="en-US" altLang="ja-JP" sz="2400" dirty="0"/>
          </a:p>
          <a:p>
            <a:r>
              <a:rPr kumimoji="1" lang="ja-JP" altLang="en-US" sz="2400" dirty="0"/>
              <a:t>環境</a:t>
            </a:r>
            <a:r>
              <a:rPr kumimoji="1" lang="en-US" altLang="ja-JP" sz="2400" dirty="0"/>
              <a:t>: </a:t>
            </a:r>
            <a:r>
              <a:rPr kumimoji="1" lang="ja-JP" altLang="en-US" sz="2400" dirty="0"/>
              <a:t>実空間を使用する。</a:t>
            </a:r>
            <a:r>
              <a:rPr lang="ja-JP" altLang="en-US" sz="2400" dirty="0"/>
              <a:t>ヘッドセット</a:t>
            </a:r>
            <a:r>
              <a:rPr kumimoji="1" lang="ja-JP" altLang="en-US" sz="2400" dirty="0"/>
              <a:t>はフィードバックのみに使用され、環境には干渉しない。</a:t>
            </a:r>
          </a:p>
        </p:txBody>
      </p:sp>
      <p:pic>
        <p:nvPicPr>
          <p:cNvPr id="1026" name="Picture 2" descr="VIVE Focus Visionを 使い始める">
            <a:extLst>
              <a:ext uri="{FF2B5EF4-FFF2-40B4-BE49-F238E27FC236}">
                <a16:creationId xmlns:a16="http://schemas.microsoft.com/office/drawing/2014/main" id="{FCD12487-D276-1FF6-C871-699996B6CD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56531" y="4520060"/>
            <a:ext cx="2295240" cy="170017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VIVE Ultimate Tracker - フルボディトラッキング、SteamVRに対応">
            <a:extLst>
              <a:ext uri="{FF2B5EF4-FFF2-40B4-BE49-F238E27FC236}">
                <a16:creationId xmlns:a16="http://schemas.microsoft.com/office/drawing/2014/main" id="{3DA21153-8153-C196-4DCC-703A5DCB55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74264" y="1688641"/>
            <a:ext cx="1750955" cy="1750955"/>
          </a:xfrm>
          <a:prstGeom prst="rect">
            <a:avLst/>
          </a:prstGeom>
          <a:noFill/>
          <a:extLst>
            <a:ext uri="{909E8E84-426E-40DD-AFC4-6F175D3DCCD1}">
              <a14:hiddenFill xmlns:a14="http://schemas.microsoft.com/office/drawing/2010/main">
                <a:solidFill>
                  <a:srgbClr val="FFFFFF"/>
                </a:solidFill>
              </a14:hiddenFill>
            </a:ext>
          </a:extLst>
        </p:spPr>
      </p:pic>
      <p:sp>
        <p:nvSpPr>
          <p:cNvPr id="4" name="テキスト ボックス 3">
            <a:extLst>
              <a:ext uri="{FF2B5EF4-FFF2-40B4-BE49-F238E27FC236}">
                <a16:creationId xmlns:a16="http://schemas.microsoft.com/office/drawing/2014/main" id="{1877EA4C-D2E8-375C-F286-6A51B7E6B26A}"/>
              </a:ext>
            </a:extLst>
          </p:cNvPr>
          <p:cNvSpPr txBox="1"/>
          <p:nvPr/>
        </p:nvSpPr>
        <p:spPr>
          <a:xfrm>
            <a:off x="8588829" y="3439596"/>
            <a:ext cx="3483428" cy="646331"/>
          </a:xfrm>
          <a:prstGeom prst="rect">
            <a:avLst/>
          </a:prstGeom>
          <a:noFill/>
        </p:spPr>
        <p:txBody>
          <a:bodyPr wrap="square" rtlCol="0">
            <a:spAutoFit/>
          </a:bodyPr>
          <a:lstStyle/>
          <a:p>
            <a:r>
              <a:rPr kumimoji="1" lang="ja-JP" altLang="en-US" dirty="0"/>
              <a:t>使用する</a:t>
            </a:r>
            <a:r>
              <a:rPr lang="ja-JP" altLang="en-US" dirty="0"/>
              <a:t>モーショントラッカー</a:t>
            </a:r>
            <a:endParaRPr lang="en-US" altLang="ja-JP" dirty="0"/>
          </a:p>
          <a:p>
            <a:r>
              <a:rPr lang="en-US" altLang="ja-JP" dirty="0" err="1"/>
              <a:t>v</a:t>
            </a:r>
            <a:r>
              <a:rPr kumimoji="1" lang="en-US" altLang="ja-JP" dirty="0" err="1"/>
              <a:t>ive</a:t>
            </a:r>
            <a:r>
              <a:rPr kumimoji="1" lang="en-US" altLang="ja-JP" dirty="0"/>
              <a:t> tracker</a:t>
            </a:r>
            <a:endParaRPr kumimoji="1" lang="ja-JP" altLang="en-US" dirty="0"/>
          </a:p>
        </p:txBody>
      </p:sp>
      <p:sp>
        <p:nvSpPr>
          <p:cNvPr id="6" name="テキスト ボックス 5">
            <a:extLst>
              <a:ext uri="{FF2B5EF4-FFF2-40B4-BE49-F238E27FC236}">
                <a16:creationId xmlns:a16="http://schemas.microsoft.com/office/drawing/2014/main" id="{3D8D483C-EF27-FEC3-E94B-7864A27E2D8F}"/>
              </a:ext>
            </a:extLst>
          </p:cNvPr>
          <p:cNvSpPr txBox="1"/>
          <p:nvPr/>
        </p:nvSpPr>
        <p:spPr>
          <a:xfrm>
            <a:off x="9156531" y="5850906"/>
            <a:ext cx="2600040" cy="646331"/>
          </a:xfrm>
          <a:prstGeom prst="rect">
            <a:avLst/>
          </a:prstGeom>
          <a:noFill/>
        </p:spPr>
        <p:txBody>
          <a:bodyPr wrap="square">
            <a:spAutoFit/>
          </a:bodyPr>
          <a:lstStyle/>
          <a:p>
            <a:r>
              <a:rPr kumimoji="1" lang="ja-JP" altLang="en-US" dirty="0"/>
              <a:t>使用するヘッドセット</a:t>
            </a:r>
            <a:endParaRPr kumimoji="1" lang="en-US" altLang="ja-JP" dirty="0"/>
          </a:p>
          <a:p>
            <a:r>
              <a:rPr lang="en-US" altLang="ja-JP" dirty="0" err="1"/>
              <a:t>vive</a:t>
            </a:r>
            <a:r>
              <a:rPr lang="en-US" altLang="ja-JP" dirty="0"/>
              <a:t> focus vision</a:t>
            </a:r>
            <a:endParaRPr kumimoji="1" lang="ja-JP" altLang="en-US" dirty="0"/>
          </a:p>
        </p:txBody>
      </p:sp>
    </p:spTree>
    <p:extLst>
      <p:ext uri="{BB962C8B-B14F-4D97-AF65-F5344CB8AC3E}">
        <p14:creationId xmlns:p14="http://schemas.microsoft.com/office/powerpoint/2010/main" val="3284967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079433B2-DD1C-44B3-C53E-614B5C73BA96}"/>
              </a:ext>
            </a:extLst>
          </p:cNvPr>
          <p:cNvSpPr>
            <a:spLocks noGrp="1"/>
          </p:cNvSpPr>
          <p:nvPr>
            <p:ph type="title"/>
          </p:nvPr>
        </p:nvSpPr>
        <p:spPr>
          <a:xfrm>
            <a:off x="1156851" y="637762"/>
            <a:ext cx="9888496" cy="900131"/>
          </a:xfrm>
        </p:spPr>
        <p:txBody>
          <a:bodyPr anchor="t">
            <a:normAutofit/>
          </a:bodyPr>
          <a:lstStyle/>
          <a:p>
            <a:r>
              <a:rPr kumimoji="1" lang="ja-JP" altLang="en-US" sz="4000" b="1">
                <a:solidFill>
                  <a:schemeClr val="bg1"/>
                </a:solidFill>
              </a:rPr>
              <a:t>被験者タスク</a:t>
            </a: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925628D0-2593-04E4-4F31-C9BC06CB4FAB}"/>
              </a:ext>
            </a:extLst>
          </p:cNvPr>
          <p:cNvSpPr>
            <a:spLocks noGrp="1"/>
          </p:cNvSpPr>
          <p:nvPr>
            <p:ph idx="1"/>
          </p:nvPr>
        </p:nvSpPr>
        <p:spPr>
          <a:xfrm>
            <a:off x="1155549" y="2217343"/>
            <a:ext cx="7172022" cy="3959619"/>
          </a:xfrm>
        </p:spPr>
        <p:txBody>
          <a:bodyPr>
            <a:normAutofit lnSpcReduction="10000"/>
          </a:bodyPr>
          <a:lstStyle/>
          <a:p>
            <a:r>
              <a:rPr lang="en-US" altLang="ja-JP" sz="2400" dirty="0"/>
              <a:t>1. </a:t>
            </a:r>
            <a:r>
              <a:rPr lang="ja-JP" altLang="en-US" sz="2400" dirty="0"/>
              <a:t>ジグザグ走</a:t>
            </a:r>
            <a:endParaRPr lang="en-US" altLang="ja-JP" sz="2400" dirty="0"/>
          </a:p>
          <a:p>
            <a:pPr lvl="1"/>
            <a:r>
              <a:rPr lang="ja-JP" altLang="en-US" dirty="0"/>
              <a:t>等間隔に置かれたコーンをジグザグに走行し、ターンして帰りは直線で戻る</a:t>
            </a:r>
            <a:endParaRPr lang="en-US" altLang="ja-JP" dirty="0"/>
          </a:p>
          <a:p>
            <a:pPr lvl="1"/>
            <a:endParaRPr lang="en-US" altLang="ja-JP" dirty="0"/>
          </a:p>
          <a:p>
            <a:r>
              <a:rPr lang="en-US" altLang="ja-JP" sz="2400" dirty="0"/>
              <a:t>2. 8</a:t>
            </a:r>
            <a:r>
              <a:rPr lang="ja-JP" altLang="en-US" sz="2400" dirty="0"/>
              <a:t>の字走</a:t>
            </a:r>
            <a:endParaRPr lang="en-US" altLang="ja-JP" sz="2400" dirty="0"/>
          </a:p>
          <a:p>
            <a:pPr lvl="1"/>
            <a:r>
              <a:rPr lang="en-US" altLang="ja-JP" dirty="0"/>
              <a:t>5m</a:t>
            </a:r>
            <a:r>
              <a:rPr lang="ja-JP" altLang="en-US" dirty="0"/>
              <a:t>離して置かれたコーンを</a:t>
            </a:r>
            <a:r>
              <a:rPr lang="en-US" altLang="ja-JP" dirty="0"/>
              <a:t>8</a:t>
            </a:r>
            <a:r>
              <a:rPr lang="ja-JP" altLang="en-US" dirty="0"/>
              <a:t>の字に</a:t>
            </a:r>
            <a:r>
              <a:rPr lang="en-US" altLang="ja-JP" dirty="0"/>
              <a:t>5</a:t>
            </a:r>
            <a:r>
              <a:rPr lang="ja-JP" altLang="en-US" dirty="0"/>
              <a:t>周走行</a:t>
            </a:r>
            <a:endParaRPr lang="en-US" altLang="ja-JP" dirty="0"/>
          </a:p>
          <a:p>
            <a:endParaRPr lang="en-US" altLang="ja-JP" sz="2400" dirty="0"/>
          </a:p>
          <a:p>
            <a:r>
              <a:rPr lang="en-US" altLang="ja-JP" sz="2400" dirty="0"/>
              <a:t>3. 8</a:t>
            </a:r>
            <a:r>
              <a:rPr lang="ja-JP" altLang="en-US" sz="2400" dirty="0"/>
              <a:t>の字走</a:t>
            </a:r>
            <a:r>
              <a:rPr lang="en-US" altLang="ja-JP" sz="2400" dirty="0"/>
              <a:t>(</a:t>
            </a:r>
            <a:r>
              <a:rPr lang="ja-JP" altLang="en-US" sz="2400" dirty="0"/>
              <a:t>バスケットボールを持ちながら</a:t>
            </a:r>
            <a:r>
              <a:rPr lang="en-US" altLang="ja-JP" sz="2400" dirty="0"/>
              <a:t>)</a:t>
            </a:r>
          </a:p>
          <a:p>
            <a:pPr lvl="1"/>
            <a:r>
              <a:rPr lang="ja-JP" altLang="en-US" dirty="0"/>
              <a:t>車椅子バスケットボールのドリブルのように、バスケットボールを持ちながら</a:t>
            </a:r>
            <a:r>
              <a:rPr lang="en-US" altLang="ja-JP" dirty="0"/>
              <a:t>8</a:t>
            </a:r>
            <a:r>
              <a:rPr lang="ja-JP" altLang="en-US" dirty="0"/>
              <a:t>の字走を行う</a:t>
            </a:r>
            <a:endParaRPr lang="en-US" altLang="ja-JP" dirty="0"/>
          </a:p>
          <a:p>
            <a:endParaRPr lang="en-US" altLang="ja-JP" sz="2400" dirty="0"/>
          </a:p>
        </p:txBody>
      </p:sp>
      <p:sp>
        <p:nvSpPr>
          <p:cNvPr id="4" name="二等辺三角形 3">
            <a:extLst>
              <a:ext uri="{FF2B5EF4-FFF2-40B4-BE49-F238E27FC236}">
                <a16:creationId xmlns:a16="http://schemas.microsoft.com/office/drawing/2014/main" id="{621FDF08-AA76-F62F-6BA5-F8D5D2D6514B}"/>
              </a:ext>
            </a:extLst>
          </p:cNvPr>
          <p:cNvSpPr/>
          <p:nvPr/>
        </p:nvSpPr>
        <p:spPr>
          <a:xfrm>
            <a:off x="8957023" y="4365742"/>
            <a:ext cx="261257" cy="217714"/>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二等辺三角形 4">
            <a:extLst>
              <a:ext uri="{FF2B5EF4-FFF2-40B4-BE49-F238E27FC236}">
                <a16:creationId xmlns:a16="http://schemas.microsoft.com/office/drawing/2014/main" id="{9D809978-53A6-943B-B779-895C3C77A233}"/>
              </a:ext>
            </a:extLst>
          </p:cNvPr>
          <p:cNvSpPr/>
          <p:nvPr/>
        </p:nvSpPr>
        <p:spPr>
          <a:xfrm>
            <a:off x="8978794" y="3646467"/>
            <a:ext cx="261257" cy="217714"/>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二等辺三角形 5">
            <a:extLst>
              <a:ext uri="{FF2B5EF4-FFF2-40B4-BE49-F238E27FC236}">
                <a16:creationId xmlns:a16="http://schemas.microsoft.com/office/drawing/2014/main" id="{FDCA8FF2-7BDE-9D19-31EB-8C00A8F40694}"/>
              </a:ext>
            </a:extLst>
          </p:cNvPr>
          <p:cNvSpPr/>
          <p:nvPr/>
        </p:nvSpPr>
        <p:spPr>
          <a:xfrm>
            <a:off x="8957022" y="2927192"/>
            <a:ext cx="261257" cy="217714"/>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矢印コネクタ 18">
            <a:extLst>
              <a:ext uri="{FF2B5EF4-FFF2-40B4-BE49-F238E27FC236}">
                <a16:creationId xmlns:a16="http://schemas.microsoft.com/office/drawing/2014/main" id="{705E7E48-87CD-0D1A-FF26-8096E667E674}"/>
              </a:ext>
            </a:extLst>
          </p:cNvPr>
          <p:cNvCxnSpPr>
            <a:cxnSpLocks/>
            <a:stCxn id="11" idx="8"/>
          </p:cNvCxnSpPr>
          <p:nvPr/>
        </p:nvCxnSpPr>
        <p:spPr>
          <a:xfrm>
            <a:off x="9840686" y="4942114"/>
            <a:ext cx="4977" cy="197777"/>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0" name="テキスト ボックス 19">
            <a:extLst>
              <a:ext uri="{FF2B5EF4-FFF2-40B4-BE49-F238E27FC236}">
                <a16:creationId xmlns:a16="http://schemas.microsoft.com/office/drawing/2014/main" id="{1BC37EDB-AD60-E3DA-72BD-BF83A8DE5F5E}"/>
              </a:ext>
            </a:extLst>
          </p:cNvPr>
          <p:cNvSpPr txBox="1"/>
          <p:nvPr/>
        </p:nvSpPr>
        <p:spPr>
          <a:xfrm>
            <a:off x="8503724" y="5331969"/>
            <a:ext cx="1472653" cy="369332"/>
          </a:xfrm>
          <a:prstGeom prst="rect">
            <a:avLst/>
          </a:prstGeom>
          <a:noFill/>
        </p:spPr>
        <p:txBody>
          <a:bodyPr wrap="square" rtlCol="0">
            <a:spAutoFit/>
          </a:bodyPr>
          <a:lstStyle/>
          <a:p>
            <a:r>
              <a:rPr kumimoji="1" lang="ja-JP" altLang="en-US" dirty="0"/>
              <a:t>ジグザグ走</a:t>
            </a:r>
          </a:p>
        </p:txBody>
      </p:sp>
      <p:sp>
        <p:nvSpPr>
          <p:cNvPr id="21" name="二等辺三角形 20">
            <a:extLst>
              <a:ext uri="{FF2B5EF4-FFF2-40B4-BE49-F238E27FC236}">
                <a16:creationId xmlns:a16="http://schemas.microsoft.com/office/drawing/2014/main" id="{2BE8FE17-2A20-797C-6E0B-9BB7D03E7033}"/>
              </a:ext>
            </a:extLst>
          </p:cNvPr>
          <p:cNvSpPr/>
          <p:nvPr/>
        </p:nvSpPr>
        <p:spPr>
          <a:xfrm>
            <a:off x="10828372" y="3203491"/>
            <a:ext cx="261257" cy="217714"/>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二等辺三角形 21">
            <a:extLst>
              <a:ext uri="{FF2B5EF4-FFF2-40B4-BE49-F238E27FC236}">
                <a16:creationId xmlns:a16="http://schemas.microsoft.com/office/drawing/2014/main" id="{9AD31B1C-AD04-CCD8-1664-6B901EA096D7}"/>
              </a:ext>
            </a:extLst>
          </p:cNvPr>
          <p:cNvSpPr/>
          <p:nvPr/>
        </p:nvSpPr>
        <p:spPr>
          <a:xfrm>
            <a:off x="10828372" y="4211967"/>
            <a:ext cx="261257" cy="217714"/>
          </a:xfrm>
          <a:prstGeom prst="triangle">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フリーフォーム: 図形 23">
            <a:extLst>
              <a:ext uri="{FF2B5EF4-FFF2-40B4-BE49-F238E27FC236}">
                <a16:creationId xmlns:a16="http://schemas.microsoft.com/office/drawing/2014/main" id="{818FDD5B-5F3C-B7BF-36F6-267BA729DD28}"/>
              </a:ext>
            </a:extLst>
          </p:cNvPr>
          <p:cNvSpPr/>
          <p:nvPr/>
        </p:nvSpPr>
        <p:spPr>
          <a:xfrm>
            <a:off x="10380523" y="2743196"/>
            <a:ext cx="1256423" cy="2396695"/>
          </a:xfrm>
          <a:custGeom>
            <a:avLst/>
            <a:gdLst>
              <a:gd name="connsiteX0" fmla="*/ 43637 w 1256423"/>
              <a:gd name="connsiteY0" fmla="*/ 2396695 h 2396695"/>
              <a:gd name="connsiteX1" fmla="*/ 53262 w 1256423"/>
              <a:gd name="connsiteY1" fmla="*/ 1645924 h 2396695"/>
              <a:gd name="connsiteX2" fmla="*/ 573026 w 1256423"/>
              <a:gd name="connsiteY2" fmla="*/ 1058783 h 2396695"/>
              <a:gd name="connsiteX3" fmla="*/ 1256420 w 1256423"/>
              <a:gd name="connsiteY3" fmla="*/ 577520 h 2396695"/>
              <a:gd name="connsiteX4" fmla="*/ 563401 w 1256423"/>
              <a:gd name="connsiteY4" fmla="*/ 4 h 2396695"/>
              <a:gd name="connsiteX5" fmla="*/ 24386 w 1256423"/>
              <a:gd name="connsiteY5" fmla="*/ 587145 h 2396695"/>
              <a:gd name="connsiteX6" fmla="*/ 544151 w 1256423"/>
              <a:gd name="connsiteY6" fmla="*/ 1106909 h 2396695"/>
              <a:gd name="connsiteX7" fmla="*/ 1217919 w 1256423"/>
              <a:gd name="connsiteY7" fmla="*/ 1761427 h 2396695"/>
              <a:gd name="connsiteX8" fmla="*/ 678904 w 1256423"/>
              <a:gd name="connsiteY8" fmla="*/ 2136812 h 2396695"/>
              <a:gd name="connsiteX9" fmla="*/ 168765 w 1256423"/>
              <a:gd name="connsiteY9" fmla="*/ 1857680 h 2396695"/>
              <a:gd name="connsiteX10" fmla="*/ 168765 w 1256423"/>
              <a:gd name="connsiteY10" fmla="*/ 1857680 h 2396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56423" h="2396695">
                <a:moveTo>
                  <a:pt x="43637" y="2396695"/>
                </a:moveTo>
                <a:cubicBezTo>
                  <a:pt x="4334" y="2132802"/>
                  <a:pt x="-34969" y="1868909"/>
                  <a:pt x="53262" y="1645924"/>
                </a:cubicBezTo>
                <a:cubicBezTo>
                  <a:pt x="141493" y="1422939"/>
                  <a:pt x="372500" y="1236850"/>
                  <a:pt x="573026" y="1058783"/>
                </a:cubicBezTo>
                <a:cubicBezTo>
                  <a:pt x="773552" y="880716"/>
                  <a:pt x="1258024" y="753983"/>
                  <a:pt x="1256420" y="577520"/>
                </a:cubicBezTo>
                <a:cubicBezTo>
                  <a:pt x="1254816" y="401057"/>
                  <a:pt x="768740" y="-1600"/>
                  <a:pt x="563401" y="4"/>
                </a:cubicBezTo>
                <a:cubicBezTo>
                  <a:pt x="358062" y="1608"/>
                  <a:pt x="27594" y="402661"/>
                  <a:pt x="24386" y="587145"/>
                </a:cubicBezTo>
                <a:cubicBezTo>
                  <a:pt x="21178" y="771629"/>
                  <a:pt x="345229" y="911195"/>
                  <a:pt x="544151" y="1106909"/>
                </a:cubicBezTo>
                <a:cubicBezTo>
                  <a:pt x="743073" y="1302623"/>
                  <a:pt x="1195460" y="1589776"/>
                  <a:pt x="1217919" y="1761427"/>
                </a:cubicBezTo>
                <a:cubicBezTo>
                  <a:pt x="1240378" y="1933078"/>
                  <a:pt x="853763" y="2120770"/>
                  <a:pt x="678904" y="2136812"/>
                </a:cubicBezTo>
                <a:cubicBezTo>
                  <a:pt x="504045" y="2152854"/>
                  <a:pt x="168765" y="1857680"/>
                  <a:pt x="168765" y="1857680"/>
                </a:cubicBezTo>
                <a:lnTo>
                  <a:pt x="168765" y="1857680"/>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6" name="直線矢印コネクタ 25">
            <a:extLst>
              <a:ext uri="{FF2B5EF4-FFF2-40B4-BE49-F238E27FC236}">
                <a16:creationId xmlns:a16="http://schemas.microsoft.com/office/drawing/2014/main" id="{0E1C925B-5D56-7CD9-3415-7154C88D08DE}"/>
              </a:ext>
            </a:extLst>
          </p:cNvPr>
          <p:cNvCxnSpPr>
            <a:cxnSpLocks/>
          </p:cNvCxnSpPr>
          <p:nvPr/>
        </p:nvCxnSpPr>
        <p:spPr>
          <a:xfrm flipH="1" flipV="1">
            <a:off x="10530038" y="4583456"/>
            <a:ext cx="210987" cy="16951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0" name="テキスト ボックス 29">
            <a:extLst>
              <a:ext uri="{FF2B5EF4-FFF2-40B4-BE49-F238E27FC236}">
                <a16:creationId xmlns:a16="http://schemas.microsoft.com/office/drawing/2014/main" id="{42D80819-678B-BD14-E4C4-C3A2537C1F8D}"/>
              </a:ext>
            </a:extLst>
          </p:cNvPr>
          <p:cNvSpPr txBox="1"/>
          <p:nvPr/>
        </p:nvSpPr>
        <p:spPr>
          <a:xfrm>
            <a:off x="10514783" y="5331969"/>
            <a:ext cx="1149692" cy="381433"/>
          </a:xfrm>
          <a:prstGeom prst="rect">
            <a:avLst/>
          </a:prstGeom>
          <a:noFill/>
        </p:spPr>
        <p:txBody>
          <a:bodyPr wrap="square" rtlCol="0">
            <a:spAutoFit/>
          </a:bodyPr>
          <a:lstStyle/>
          <a:p>
            <a:r>
              <a:rPr kumimoji="1" lang="en-US" altLang="ja-JP" dirty="0"/>
              <a:t>8</a:t>
            </a:r>
            <a:r>
              <a:rPr kumimoji="1" lang="ja-JP" altLang="en-US" dirty="0"/>
              <a:t>の字走</a:t>
            </a:r>
          </a:p>
        </p:txBody>
      </p:sp>
      <p:sp>
        <p:nvSpPr>
          <p:cNvPr id="11" name="フリーフォーム: 図形 10">
            <a:extLst>
              <a:ext uri="{FF2B5EF4-FFF2-40B4-BE49-F238E27FC236}">
                <a16:creationId xmlns:a16="http://schemas.microsoft.com/office/drawing/2014/main" id="{C4EC06B1-ECD8-C486-6276-BFB81DA5AC51}"/>
              </a:ext>
            </a:extLst>
          </p:cNvPr>
          <p:cNvSpPr/>
          <p:nvPr/>
        </p:nvSpPr>
        <p:spPr>
          <a:xfrm>
            <a:off x="8501743" y="2525216"/>
            <a:ext cx="1343920" cy="2460441"/>
          </a:xfrm>
          <a:custGeom>
            <a:avLst/>
            <a:gdLst>
              <a:gd name="connsiteX0" fmla="*/ 152400 w 1343920"/>
              <a:gd name="connsiteY0" fmla="*/ 2460441 h 2460441"/>
              <a:gd name="connsiteX1" fmla="*/ 174171 w 1343920"/>
              <a:gd name="connsiteY1" fmla="*/ 2003241 h 2460441"/>
              <a:gd name="connsiteX2" fmla="*/ 598714 w 1343920"/>
              <a:gd name="connsiteY2" fmla="*/ 1622241 h 2460441"/>
              <a:gd name="connsiteX3" fmla="*/ 990600 w 1343920"/>
              <a:gd name="connsiteY3" fmla="*/ 1263013 h 2460441"/>
              <a:gd name="connsiteX4" fmla="*/ 598714 w 1343920"/>
              <a:gd name="connsiteY4" fmla="*/ 892898 h 2460441"/>
              <a:gd name="connsiteX5" fmla="*/ 0 w 1343920"/>
              <a:gd name="connsiteY5" fmla="*/ 577213 h 2460441"/>
              <a:gd name="connsiteX6" fmla="*/ 598714 w 1343920"/>
              <a:gd name="connsiteY6" fmla="*/ 270 h 2460441"/>
              <a:gd name="connsiteX7" fmla="*/ 1251857 w 1343920"/>
              <a:gd name="connsiteY7" fmla="*/ 533670 h 2460441"/>
              <a:gd name="connsiteX8" fmla="*/ 1338943 w 1343920"/>
              <a:gd name="connsiteY8" fmla="*/ 2416898 h 2460441"/>
              <a:gd name="connsiteX9" fmla="*/ 1338943 w 1343920"/>
              <a:gd name="connsiteY9" fmla="*/ 2416898 h 24604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3920" h="2460441">
                <a:moveTo>
                  <a:pt x="152400" y="2460441"/>
                </a:moveTo>
                <a:cubicBezTo>
                  <a:pt x="126092" y="2301691"/>
                  <a:pt x="99785" y="2142941"/>
                  <a:pt x="174171" y="2003241"/>
                </a:cubicBezTo>
                <a:cubicBezTo>
                  <a:pt x="248557" y="1863541"/>
                  <a:pt x="598714" y="1622241"/>
                  <a:pt x="598714" y="1622241"/>
                </a:cubicBezTo>
                <a:cubicBezTo>
                  <a:pt x="734785" y="1498870"/>
                  <a:pt x="990600" y="1384570"/>
                  <a:pt x="990600" y="1263013"/>
                </a:cubicBezTo>
                <a:cubicBezTo>
                  <a:pt x="990600" y="1141456"/>
                  <a:pt x="763814" y="1007198"/>
                  <a:pt x="598714" y="892898"/>
                </a:cubicBezTo>
                <a:cubicBezTo>
                  <a:pt x="433614" y="778598"/>
                  <a:pt x="0" y="725984"/>
                  <a:pt x="0" y="577213"/>
                </a:cubicBezTo>
                <a:cubicBezTo>
                  <a:pt x="0" y="428442"/>
                  <a:pt x="390071" y="7527"/>
                  <a:pt x="598714" y="270"/>
                </a:cubicBezTo>
                <a:cubicBezTo>
                  <a:pt x="807357" y="-6987"/>
                  <a:pt x="1128486" y="130899"/>
                  <a:pt x="1251857" y="533670"/>
                </a:cubicBezTo>
                <a:cubicBezTo>
                  <a:pt x="1375229" y="936441"/>
                  <a:pt x="1338943" y="2416898"/>
                  <a:pt x="1338943" y="2416898"/>
                </a:cubicBezTo>
                <a:lnTo>
                  <a:pt x="1338943" y="2416898"/>
                </a:ln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536172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F89213D-FC6C-28CB-A8F9-9F05BD4BD8C3}"/>
              </a:ext>
            </a:extLst>
          </p:cNvPr>
          <p:cNvSpPr>
            <a:spLocks noGrp="1"/>
          </p:cNvSpPr>
          <p:nvPr>
            <p:ph type="title"/>
          </p:nvPr>
        </p:nvSpPr>
        <p:spPr/>
        <p:txBody>
          <a:bodyPr/>
          <a:lstStyle/>
          <a:p>
            <a:r>
              <a:rPr kumimoji="1" lang="ja-JP" altLang="en-US" b="1" dirty="0"/>
              <a:t>実験セッション</a:t>
            </a:r>
          </a:p>
        </p:txBody>
      </p:sp>
      <p:graphicFrame>
        <p:nvGraphicFramePr>
          <p:cNvPr id="5" name="コンテンツ プレースホルダー 4">
            <a:extLst>
              <a:ext uri="{FF2B5EF4-FFF2-40B4-BE49-F238E27FC236}">
                <a16:creationId xmlns:a16="http://schemas.microsoft.com/office/drawing/2014/main" id="{CD73A581-245A-9F82-E808-04F17AB0D7AB}"/>
              </a:ext>
            </a:extLst>
          </p:cNvPr>
          <p:cNvGraphicFramePr>
            <a:graphicFrameLocks noGrp="1"/>
          </p:cNvGraphicFramePr>
          <p:nvPr>
            <p:ph idx="1"/>
            <p:extLst>
              <p:ext uri="{D42A27DB-BD31-4B8C-83A1-F6EECF244321}">
                <p14:modId xmlns:p14="http://schemas.microsoft.com/office/powerpoint/2010/main" val="2299610996"/>
              </p:ext>
            </p:extLst>
          </p:nvPr>
        </p:nvGraphicFramePr>
        <p:xfrm>
          <a:off x="160419" y="1690688"/>
          <a:ext cx="11871162" cy="4005648"/>
        </p:xfrm>
        <a:graphic>
          <a:graphicData uri="http://schemas.openxmlformats.org/drawingml/2006/table">
            <a:tbl>
              <a:tblPr firstRow="1" bandRow="1">
                <a:tableStyleId>{616DA210-FB5B-4158-B5E0-FEB733F419BA}</a:tableStyleId>
              </a:tblPr>
              <a:tblGrid>
                <a:gridCol w="3442752">
                  <a:extLst>
                    <a:ext uri="{9D8B030D-6E8A-4147-A177-3AD203B41FA5}">
                      <a16:colId xmlns:a16="http://schemas.microsoft.com/office/drawing/2014/main" val="1565685443"/>
                    </a:ext>
                  </a:extLst>
                </a:gridCol>
                <a:gridCol w="4471356">
                  <a:extLst>
                    <a:ext uri="{9D8B030D-6E8A-4147-A177-3AD203B41FA5}">
                      <a16:colId xmlns:a16="http://schemas.microsoft.com/office/drawing/2014/main" val="4151197127"/>
                    </a:ext>
                  </a:extLst>
                </a:gridCol>
                <a:gridCol w="3957054">
                  <a:extLst>
                    <a:ext uri="{9D8B030D-6E8A-4147-A177-3AD203B41FA5}">
                      <a16:colId xmlns:a16="http://schemas.microsoft.com/office/drawing/2014/main" val="1981066109"/>
                    </a:ext>
                  </a:extLst>
                </a:gridCol>
              </a:tblGrid>
              <a:tr h="667608">
                <a:tc>
                  <a:txBody>
                    <a:bodyPr/>
                    <a:lstStyle/>
                    <a:p>
                      <a:r>
                        <a:rPr kumimoji="1" lang="ja-JP" altLang="en-US" sz="2600" dirty="0"/>
                        <a:t>フェーズ</a:t>
                      </a:r>
                    </a:p>
                  </a:txBody>
                  <a:tcPr/>
                </a:tc>
                <a:tc>
                  <a:txBody>
                    <a:bodyPr/>
                    <a:lstStyle/>
                    <a:p>
                      <a:r>
                        <a:rPr kumimoji="1" lang="ja-JP" altLang="en-US" sz="2600" dirty="0"/>
                        <a:t>目的</a:t>
                      </a:r>
                    </a:p>
                  </a:txBody>
                  <a:tcPr/>
                </a:tc>
                <a:tc>
                  <a:txBody>
                    <a:bodyPr/>
                    <a:lstStyle/>
                    <a:p>
                      <a:r>
                        <a:rPr kumimoji="1" lang="ja-JP" altLang="en-US" sz="2600" dirty="0"/>
                        <a:t>内容</a:t>
                      </a:r>
                    </a:p>
                  </a:txBody>
                  <a:tcPr/>
                </a:tc>
                <a:extLst>
                  <a:ext uri="{0D108BD9-81ED-4DB2-BD59-A6C34878D82A}">
                    <a16:rowId xmlns:a16="http://schemas.microsoft.com/office/drawing/2014/main" val="3810550507"/>
                  </a:ext>
                </a:extLst>
              </a:tr>
              <a:tr h="667608">
                <a:tc>
                  <a:txBody>
                    <a:bodyPr/>
                    <a:lstStyle/>
                    <a:p>
                      <a:r>
                        <a:rPr kumimoji="1" lang="ja-JP" altLang="en-US" sz="2600" dirty="0"/>
                        <a:t>習熟</a:t>
                      </a:r>
                    </a:p>
                  </a:txBody>
                  <a:tcPr/>
                </a:tc>
                <a:tc>
                  <a:txBody>
                    <a:bodyPr/>
                    <a:lstStyle/>
                    <a:p>
                      <a:r>
                        <a:rPr kumimoji="1" lang="ja-JP" altLang="en-US" sz="2600" dirty="0"/>
                        <a:t>環境とタスクに慣れる</a:t>
                      </a:r>
                    </a:p>
                  </a:txBody>
                  <a:tcPr/>
                </a:tc>
                <a:tc>
                  <a:txBody>
                    <a:bodyPr/>
                    <a:lstStyle/>
                    <a:p>
                      <a:r>
                        <a:rPr kumimoji="1" lang="en-US" altLang="ja-JP" sz="2600" dirty="0"/>
                        <a:t>FB</a:t>
                      </a:r>
                      <a:r>
                        <a:rPr kumimoji="1" lang="ja-JP" altLang="en-US" sz="2600" dirty="0"/>
                        <a:t>なしで自由に走行</a:t>
                      </a:r>
                    </a:p>
                  </a:txBody>
                  <a:tcPr/>
                </a:tc>
                <a:extLst>
                  <a:ext uri="{0D108BD9-81ED-4DB2-BD59-A6C34878D82A}">
                    <a16:rowId xmlns:a16="http://schemas.microsoft.com/office/drawing/2014/main" val="3538858828"/>
                  </a:ext>
                </a:extLst>
              </a:tr>
              <a:tr h="667608">
                <a:tc>
                  <a:txBody>
                    <a:bodyPr/>
                    <a:lstStyle/>
                    <a:p>
                      <a:r>
                        <a:rPr kumimoji="1" lang="ja-JP" altLang="en-US" sz="2600" dirty="0"/>
                        <a:t>事前テスト</a:t>
                      </a:r>
                    </a:p>
                  </a:txBody>
                  <a:tcPr/>
                </a:tc>
                <a:tc>
                  <a:txBody>
                    <a:bodyPr/>
                    <a:lstStyle/>
                    <a:p>
                      <a:r>
                        <a:rPr kumimoji="1" lang="ja-JP" altLang="en-US" sz="2600" dirty="0"/>
                        <a:t>初期パフォーマンスの測定</a:t>
                      </a:r>
                    </a:p>
                  </a:txBody>
                  <a:tcPr/>
                </a:tc>
                <a:tc>
                  <a:txBody>
                    <a:bodyPr/>
                    <a:lstStyle/>
                    <a:p>
                      <a:r>
                        <a:rPr kumimoji="1" lang="en-US" altLang="ja-JP" sz="2600" dirty="0"/>
                        <a:t>FB</a:t>
                      </a:r>
                      <a:r>
                        <a:rPr kumimoji="1" lang="ja-JP" altLang="en-US" sz="2600" dirty="0"/>
                        <a:t>なしで全タスクを実施</a:t>
                      </a:r>
                    </a:p>
                  </a:txBody>
                  <a:tcPr/>
                </a:tc>
                <a:extLst>
                  <a:ext uri="{0D108BD9-81ED-4DB2-BD59-A6C34878D82A}">
                    <a16:rowId xmlns:a16="http://schemas.microsoft.com/office/drawing/2014/main" val="1624935481"/>
                  </a:ext>
                </a:extLst>
              </a:tr>
              <a:tr h="667608">
                <a:tc>
                  <a:txBody>
                    <a:bodyPr/>
                    <a:lstStyle/>
                    <a:p>
                      <a:r>
                        <a:rPr kumimoji="1" lang="ja-JP" altLang="en-US" sz="2600" dirty="0"/>
                        <a:t>トレーニング</a:t>
                      </a:r>
                    </a:p>
                  </a:txBody>
                  <a:tcPr/>
                </a:tc>
                <a:tc>
                  <a:txBody>
                    <a:bodyPr/>
                    <a:lstStyle/>
                    <a:p>
                      <a:r>
                        <a:rPr kumimoji="1" lang="ja-JP" altLang="en-US" sz="2600" dirty="0"/>
                        <a:t>スキルの学習</a:t>
                      </a:r>
                    </a:p>
                  </a:txBody>
                  <a:tcPr/>
                </a:tc>
                <a:tc>
                  <a:txBody>
                    <a:bodyPr/>
                    <a:lstStyle/>
                    <a:p>
                      <a:r>
                        <a:rPr kumimoji="1" lang="ja-JP" altLang="en-US" sz="2600" dirty="0"/>
                        <a:t>各郡の</a:t>
                      </a:r>
                      <a:r>
                        <a:rPr kumimoji="1" lang="en-US" altLang="ja-JP" sz="2600" dirty="0"/>
                        <a:t>FB</a:t>
                      </a:r>
                      <a:r>
                        <a:rPr kumimoji="1" lang="ja-JP" altLang="en-US" sz="2600" dirty="0"/>
                        <a:t>でタスクを実施</a:t>
                      </a:r>
                    </a:p>
                  </a:txBody>
                  <a:tcPr/>
                </a:tc>
                <a:extLst>
                  <a:ext uri="{0D108BD9-81ED-4DB2-BD59-A6C34878D82A}">
                    <a16:rowId xmlns:a16="http://schemas.microsoft.com/office/drawing/2014/main" val="3825429986"/>
                  </a:ext>
                </a:extLst>
              </a:tr>
              <a:tr h="667608">
                <a:tc>
                  <a:txBody>
                    <a:bodyPr/>
                    <a:lstStyle/>
                    <a:p>
                      <a:r>
                        <a:rPr kumimoji="1" lang="ja-JP" altLang="en-US" sz="2600" dirty="0"/>
                        <a:t>事後テスト</a:t>
                      </a:r>
                    </a:p>
                  </a:txBody>
                  <a:tcPr/>
                </a:tc>
                <a:tc>
                  <a:txBody>
                    <a:bodyPr/>
                    <a:lstStyle/>
                    <a:p>
                      <a:r>
                        <a:rPr kumimoji="1" lang="ja-JP" altLang="en-US" sz="2600" dirty="0"/>
                        <a:t>直後の学習効果を測定</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600" dirty="0"/>
                        <a:t>FB</a:t>
                      </a:r>
                      <a:r>
                        <a:rPr kumimoji="1" lang="ja-JP" altLang="en-US" sz="2600" dirty="0"/>
                        <a:t>なしで全タスクを実施</a:t>
                      </a:r>
                    </a:p>
                  </a:txBody>
                  <a:tcPr/>
                </a:tc>
                <a:extLst>
                  <a:ext uri="{0D108BD9-81ED-4DB2-BD59-A6C34878D82A}">
                    <a16:rowId xmlns:a16="http://schemas.microsoft.com/office/drawing/2014/main" val="842488224"/>
                  </a:ext>
                </a:extLst>
              </a:tr>
              <a:tr h="667608">
                <a:tc>
                  <a:txBody>
                    <a:bodyPr/>
                    <a:lstStyle/>
                    <a:p>
                      <a:r>
                        <a:rPr kumimoji="1" lang="ja-JP" altLang="en-US" sz="2600" dirty="0"/>
                        <a:t>保持テスト</a:t>
                      </a:r>
                      <a:r>
                        <a:rPr kumimoji="1" lang="en-US" altLang="ja-JP" sz="2600" dirty="0"/>
                        <a:t>(48h~</a:t>
                      </a:r>
                      <a:r>
                        <a:rPr kumimoji="1" lang="ja-JP" altLang="en-US" sz="2600" dirty="0"/>
                        <a:t>後</a:t>
                      </a:r>
                      <a:r>
                        <a:rPr kumimoji="1" lang="en-US" altLang="ja-JP" sz="2600" dirty="0"/>
                        <a:t>)</a:t>
                      </a:r>
                      <a:endParaRPr kumimoji="1" lang="ja-JP" altLang="en-US" sz="2600" dirty="0"/>
                    </a:p>
                  </a:txBody>
                  <a:tcPr/>
                </a:tc>
                <a:tc>
                  <a:txBody>
                    <a:bodyPr/>
                    <a:lstStyle/>
                    <a:p>
                      <a:r>
                        <a:rPr kumimoji="1" lang="ja-JP" altLang="en-US" sz="2600" dirty="0"/>
                        <a:t>学習の定着を評価</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2600" dirty="0"/>
                        <a:t>FB</a:t>
                      </a:r>
                      <a:r>
                        <a:rPr kumimoji="1" lang="ja-JP" altLang="en-US" sz="2600" dirty="0"/>
                        <a:t>なしで全タスクを実施</a:t>
                      </a:r>
                    </a:p>
                  </a:txBody>
                  <a:tcPr/>
                </a:tc>
                <a:extLst>
                  <a:ext uri="{0D108BD9-81ED-4DB2-BD59-A6C34878D82A}">
                    <a16:rowId xmlns:a16="http://schemas.microsoft.com/office/drawing/2014/main" val="2450364122"/>
                  </a:ext>
                </a:extLst>
              </a:tr>
            </a:tbl>
          </a:graphicData>
        </a:graphic>
      </p:graphicFrame>
    </p:spTree>
    <p:extLst>
      <p:ext uri="{BB962C8B-B14F-4D97-AF65-F5344CB8AC3E}">
        <p14:creationId xmlns:p14="http://schemas.microsoft.com/office/powerpoint/2010/main" val="16367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8541BBFD-023E-AAD3-F2A4-23D7ABF09640}"/>
              </a:ext>
            </a:extLst>
          </p:cNvPr>
          <p:cNvSpPr>
            <a:spLocks noGrp="1"/>
          </p:cNvSpPr>
          <p:nvPr>
            <p:ph type="title"/>
          </p:nvPr>
        </p:nvSpPr>
        <p:spPr>
          <a:xfrm>
            <a:off x="1156851" y="637762"/>
            <a:ext cx="9888496" cy="900131"/>
          </a:xfrm>
        </p:spPr>
        <p:txBody>
          <a:bodyPr anchor="t">
            <a:normAutofit/>
          </a:bodyPr>
          <a:lstStyle/>
          <a:p>
            <a:r>
              <a:rPr lang="ja-JP" altLang="en-US" sz="4000" b="1">
                <a:solidFill>
                  <a:schemeClr val="bg1"/>
                </a:solidFill>
              </a:rPr>
              <a:t>今後の予定</a:t>
            </a:r>
            <a:endParaRPr kumimoji="1" lang="ja-JP" altLang="en-US" sz="4000" b="1">
              <a:solidFill>
                <a:schemeClr val="bg1"/>
              </a:solidFill>
            </a:endParaRPr>
          </a:p>
        </p:txBody>
      </p:sp>
      <p:sp>
        <p:nvSpPr>
          <p:cNvPr id="10" name="Rectangle 9">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コンテンツ プレースホルダー 2">
            <a:extLst>
              <a:ext uri="{FF2B5EF4-FFF2-40B4-BE49-F238E27FC236}">
                <a16:creationId xmlns:a16="http://schemas.microsoft.com/office/drawing/2014/main" id="{45C60F11-CED6-08C7-03AB-3EB7D3F2332A}"/>
              </a:ext>
            </a:extLst>
          </p:cNvPr>
          <p:cNvSpPr>
            <a:spLocks noGrp="1"/>
          </p:cNvSpPr>
          <p:nvPr>
            <p:ph idx="1"/>
          </p:nvPr>
        </p:nvSpPr>
        <p:spPr>
          <a:xfrm>
            <a:off x="1155548" y="2217343"/>
            <a:ext cx="9880893" cy="3959619"/>
          </a:xfrm>
        </p:spPr>
        <p:txBody>
          <a:bodyPr>
            <a:normAutofit/>
          </a:bodyPr>
          <a:lstStyle/>
          <a:p>
            <a:r>
              <a:rPr kumimoji="1" lang="en-US" altLang="ja-JP" sz="2400" dirty="0"/>
              <a:t>9</a:t>
            </a:r>
            <a:r>
              <a:rPr kumimoji="1" lang="ja-JP" altLang="en-US" sz="2400" dirty="0"/>
              <a:t>月</a:t>
            </a:r>
            <a:r>
              <a:rPr kumimoji="1" lang="en-US" altLang="ja-JP" sz="2400" dirty="0"/>
              <a:t>: </a:t>
            </a:r>
            <a:r>
              <a:rPr kumimoji="1" lang="ja-JP" altLang="en-US" sz="2400" dirty="0"/>
              <a:t>実験システム作成</a:t>
            </a:r>
            <a:endParaRPr kumimoji="1" lang="en-US" altLang="ja-JP" sz="2400" dirty="0"/>
          </a:p>
          <a:p>
            <a:r>
              <a:rPr lang="en-US" altLang="ja-JP" sz="2400" dirty="0"/>
              <a:t>10</a:t>
            </a:r>
            <a:r>
              <a:rPr lang="ja-JP" altLang="en-US" sz="2400" dirty="0"/>
              <a:t>月以降</a:t>
            </a:r>
            <a:r>
              <a:rPr lang="en-US" altLang="ja-JP" sz="2400" dirty="0"/>
              <a:t>: </a:t>
            </a:r>
            <a:r>
              <a:rPr lang="ja-JP" altLang="en-US" sz="2400" dirty="0"/>
              <a:t>データ計測開始</a:t>
            </a:r>
            <a:endParaRPr lang="en-US" altLang="ja-JP" sz="2400" dirty="0"/>
          </a:p>
        </p:txBody>
      </p:sp>
      <p:graphicFrame>
        <p:nvGraphicFramePr>
          <p:cNvPr id="5" name="表 4">
            <a:extLst>
              <a:ext uri="{FF2B5EF4-FFF2-40B4-BE49-F238E27FC236}">
                <a16:creationId xmlns:a16="http://schemas.microsoft.com/office/drawing/2014/main" id="{30EF336E-BA80-1494-B2B8-FDB1CE9DA41F}"/>
              </a:ext>
            </a:extLst>
          </p:cNvPr>
          <p:cNvGraphicFramePr>
            <a:graphicFrameLocks noGrp="1"/>
          </p:cNvGraphicFramePr>
          <p:nvPr>
            <p:extLst>
              <p:ext uri="{D42A27DB-BD31-4B8C-83A1-F6EECF244321}">
                <p14:modId xmlns:p14="http://schemas.microsoft.com/office/powerpoint/2010/main" val="2379297014"/>
              </p:ext>
            </p:extLst>
          </p:nvPr>
        </p:nvGraphicFramePr>
        <p:xfrm>
          <a:off x="1392444" y="3244515"/>
          <a:ext cx="9407103" cy="1481490"/>
        </p:xfrm>
        <a:graphic>
          <a:graphicData uri="http://schemas.openxmlformats.org/drawingml/2006/table">
            <a:tbl>
              <a:tblPr firstRow="1" bandRow="1">
                <a:tableStyleId>{616DA210-FB5B-4158-B5E0-FEB733F419BA}</a:tableStyleId>
              </a:tblPr>
              <a:tblGrid>
                <a:gridCol w="3135701">
                  <a:extLst>
                    <a:ext uri="{9D8B030D-6E8A-4147-A177-3AD203B41FA5}">
                      <a16:colId xmlns:a16="http://schemas.microsoft.com/office/drawing/2014/main" val="2518045644"/>
                    </a:ext>
                  </a:extLst>
                </a:gridCol>
                <a:gridCol w="3135701">
                  <a:extLst>
                    <a:ext uri="{9D8B030D-6E8A-4147-A177-3AD203B41FA5}">
                      <a16:colId xmlns:a16="http://schemas.microsoft.com/office/drawing/2014/main" val="3100069625"/>
                    </a:ext>
                  </a:extLst>
                </a:gridCol>
                <a:gridCol w="3135701">
                  <a:extLst>
                    <a:ext uri="{9D8B030D-6E8A-4147-A177-3AD203B41FA5}">
                      <a16:colId xmlns:a16="http://schemas.microsoft.com/office/drawing/2014/main" val="2425807704"/>
                    </a:ext>
                  </a:extLst>
                </a:gridCol>
              </a:tblGrid>
              <a:tr h="493830">
                <a:tc>
                  <a:txBody>
                    <a:bodyPr/>
                    <a:lstStyle/>
                    <a:p>
                      <a:endParaRPr kumimoji="1" lang="ja-JP" altLang="en-US" sz="2400" dirty="0"/>
                    </a:p>
                  </a:txBody>
                  <a:tcPr/>
                </a:tc>
                <a:tc>
                  <a:txBody>
                    <a:bodyPr/>
                    <a:lstStyle/>
                    <a:p>
                      <a:r>
                        <a:rPr kumimoji="1" lang="en-US" altLang="ja-JP" sz="2400" b="0" dirty="0"/>
                        <a:t>9</a:t>
                      </a:r>
                      <a:r>
                        <a:rPr kumimoji="1" lang="ja-JP" altLang="en-US" sz="2400" b="0" dirty="0"/>
                        <a:t>月</a:t>
                      </a:r>
                    </a:p>
                  </a:txBody>
                  <a:tcPr/>
                </a:tc>
                <a:tc>
                  <a:txBody>
                    <a:bodyPr/>
                    <a:lstStyle/>
                    <a:p>
                      <a:r>
                        <a:rPr kumimoji="1" lang="en-US" altLang="ja-JP" sz="2400" b="0" dirty="0"/>
                        <a:t>10</a:t>
                      </a:r>
                      <a:r>
                        <a:rPr kumimoji="1" lang="ja-JP" altLang="en-US" sz="2400" b="0" dirty="0"/>
                        <a:t>月</a:t>
                      </a:r>
                    </a:p>
                  </a:txBody>
                  <a:tcPr/>
                </a:tc>
                <a:extLst>
                  <a:ext uri="{0D108BD9-81ED-4DB2-BD59-A6C34878D82A}">
                    <a16:rowId xmlns:a16="http://schemas.microsoft.com/office/drawing/2014/main" val="201333025"/>
                  </a:ext>
                </a:extLst>
              </a:tr>
              <a:tr h="493830">
                <a:tc>
                  <a:txBody>
                    <a:bodyPr/>
                    <a:lstStyle/>
                    <a:p>
                      <a:r>
                        <a:rPr kumimoji="1" lang="ja-JP" altLang="en-US" sz="2400" dirty="0"/>
                        <a:t>実験システム作成</a:t>
                      </a:r>
                    </a:p>
                  </a:txBody>
                  <a:tcPr/>
                </a:tc>
                <a:tc>
                  <a:txBody>
                    <a:bodyPr/>
                    <a:lstStyle/>
                    <a:p>
                      <a:endParaRPr kumimoji="1" lang="ja-JP" altLang="en-US" sz="2400"/>
                    </a:p>
                  </a:txBody>
                  <a:tcPr/>
                </a:tc>
                <a:tc>
                  <a:txBody>
                    <a:bodyPr/>
                    <a:lstStyle/>
                    <a:p>
                      <a:endParaRPr kumimoji="1" lang="ja-JP" altLang="en-US" sz="2400" dirty="0"/>
                    </a:p>
                  </a:txBody>
                  <a:tcPr/>
                </a:tc>
                <a:extLst>
                  <a:ext uri="{0D108BD9-81ED-4DB2-BD59-A6C34878D82A}">
                    <a16:rowId xmlns:a16="http://schemas.microsoft.com/office/drawing/2014/main" val="742921628"/>
                  </a:ext>
                </a:extLst>
              </a:tr>
              <a:tr h="493830">
                <a:tc>
                  <a:txBody>
                    <a:bodyPr/>
                    <a:lstStyle/>
                    <a:p>
                      <a:r>
                        <a:rPr kumimoji="1" lang="ja-JP" altLang="en-US" sz="2400" dirty="0"/>
                        <a:t>データ計測開始</a:t>
                      </a:r>
                    </a:p>
                  </a:txBody>
                  <a:tcPr/>
                </a:tc>
                <a:tc>
                  <a:txBody>
                    <a:bodyPr/>
                    <a:lstStyle/>
                    <a:p>
                      <a:endParaRPr kumimoji="1" lang="ja-JP" altLang="en-US" sz="2400" dirty="0"/>
                    </a:p>
                  </a:txBody>
                  <a:tcPr/>
                </a:tc>
                <a:tc>
                  <a:txBody>
                    <a:bodyPr/>
                    <a:lstStyle/>
                    <a:p>
                      <a:endParaRPr kumimoji="1" lang="ja-JP" altLang="en-US" sz="2400" dirty="0"/>
                    </a:p>
                  </a:txBody>
                  <a:tcPr/>
                </a:tc>
                <a:extLst>
                  <a:ext uri="{0D108BD9-81ED-4DB2-BD59-A6C34878D82A}">
                    <a16:rowId xmlns:a16="http://schemas.microsoft.com/office/drawing/2014/main" val="2229902761"/>
                  </a:ext>
                </a:extLst>
              </a:tr>
            </a:tbl>
          </a:graphicData>
        </a:graphic>
      </p:graphicFrame>
      <p:sp>
        <p:nvSpPr>
          <p:cNvPr id="6" name="矢印: 右 5">
            <a:extLst>
              <a:ext uri="{FF2B5EF4-FFF2-40B4-BE49-F238E27FC236}">
                <a16:creationId xmlns:a16="http://schemas.microsoft.com/office/drawing/2014/main" id="{35BE1226-C06F-497E-DAB9-D18A57747E28}"/>
              </a:ext>
            </a:extLst>
          </p:cNvPr>
          <p:cNvSpPr/>
          <p:nvPr/>
        </p:nvSpPr>
        <p:spPr>
          <a:xfrm>
            <a:off x="4533488" y="3831255"/>
            <a:ext cx="2512193" cy="30800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矢印: 右 6">
            <a:extLst>
              <a:ext uri="{FF2B5EF4-FFF2-40B4-BE49-F238E27FC236}">
                <a16:creationId xmlns:a16="http://schemas.microsoft.com/office/drawing/2014/main" id="{F8E8854A-659F-989E-28B8-B167E5188807}"/>
              </a:ext>
            </a:extLst>
          </p:cNvPr>
          <p:cNvSpPr/>
          <p:nvPr/>
        </p:nvSpPr>
        <p:spPr>
          <a:xfrm>
            <a:off x="7679346" y="4311820"/>
            <a:ext cx="2512193" cy="308009"/>
          </a:xfrm>
          <a:prstGeom prst="right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6180218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2067</TotalTime>
  <Words>1575</Words>
  <Application>Microsoft Office PowerPoint</Application>
  <PresentationFormat>ワイド画面</PresentationFormat>
  <Paragraphs>136</Paragraphs>
  <Slides>11</Slides>
  <Notes>11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11</vt:i4>
      </vt:variant>
    </vt:vector>
  </HeadingPairs>
  <TitlesOfParts>
    <vt:vector size="15" baseType="lpstr">
      <vt:lpstr>游ゴシック</vt:lpstr>
      <vt:lpstr>游ゴシック Light</vt:lpstr>
      <vt:lpstr>Arial</vt:lpstr>
      <vt:lpstr>Office テーマ</vt:lpstr>
      <vt:lpstr>リアルタイム聴覚フィードバックを用いた車いす推進技能学習の効果検証</vt:lpstr>
      <vt:lpstr>研究背景</vt:lpstr>
      <vt:lpstr>研究背景</vt:lpstr>
      <vt:lpstr>研究背景</vt:lpstr>
      <vt:lpstr>研究目的</vt:lpstr>
      <vt:lpstr>実験デザイン</vt:lpstr>
      <vt:lpstr>実験システム</vt:lpstr>
      <vt:lpstr>実験システム</vt:lpstr>
      <vt:lpstr>被験者タスク</vt:lpstr>
      <vt:lpstr>実験セッション</vt:lpstr>
      <vt:lpstr>今後の予定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颯太 上山</dc:creator>
  <cp:lastModifiedBy>颯太 上山</cp:lastModifiedBy>
  <cp:revision>1</cp:revision>
  <dcterms:created xsi:type="dcterms:W3CDTF">2025-08-07T16:18:21Z</dcterms:created>
  <dcterms:modified xsi:type="dcterms:W3CDTF">2025-09-07T23:36:10Z</dcterms:modified>
</cp:coreProperties>
</file>